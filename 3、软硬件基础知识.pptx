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21.webp" ContentType="image/webp"/>
  <Override PartName="/ppt/media/image23.webp" ContentType="image/webp"/>
  <Override PartName="/ppt/media/image32.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3" r:id="rId3"/>
    <p:sldMasterId id="2147483675" r:id="rId4"/>
    <p:sldMasterId id="2147483690" r:id="rId5"/>
  </p:sldMasterIdLst>
  <p:notesMasterIdLst>
    <p:notesMasterId r:id="rId56"/>
  </p:notesMasterIdLst>
  <p:handoutMasterIdLst>
    <p:handoutMasterId r:id="rId57"/>
  </p:handoutMasterIdLst>
  <p:sldIdLst>
    <p:sldId id="316" r:id="rId6"/>
    <p:sldId id="320" r:id="rId7"/>
    <p:sldId id="310" r:id="rId8"/>
    <p:sldId id="321" r:id="rId9"/>
    <p:sldId id="318" r:id="rId10"/>
    <p:sldId id="319" r:id="rId11"/>
    <p:sldId id="322" r:id="rId12"/>
    <p:sldId id="323" r:id="rId13"/>
    <p:sldId id="324" r:id="rId14"/>
    <p:sldId id="325" r:id="rId15"/>
    <p:sldId id="326" r:id="rId16"/>
    <p:sldId id="327" r:id="rId17"/>
    <p:sldId id="369" r:id="rId18"/>
    <p:sldId id="328" r:id="rId19"/>
    <p:sldId id="329" r:id="rId20"/>
    <p:sldId id="330" r:id="rId21"/>
    <p:sldId id="331" r:id="rId22"/>
    <p:sldId id="347" r:id="rId23"/>
    <p:sldId id="332" r:id="rId24"/>
    <p:sldId id="344" r:id="rId25"/>
    <p:sldId id="345" r:id="rId26"/>
    <p:sldId id="346" r:id="rId27"/>
    <p:sldId id="333" r:id="rId28"/>
    <p:sldId id="335" r:id="rId29"/>
    <p:sldId id="342" r:id="rId30"/>
    <p:sldId id="339" r:id="rId31"/>
    <p:sldId id="337" r:id="rId32"/>
    <p:sldId id="340" r:id="rId33"/>
    <p:sldId id="343" r:id="rId34"/>
    <p:sldId id="348" r:id="rId35"/>
    <p:sldId id="349" r:id="rId36"/>
    <p:sldId id="350" r:id="rId37"/>
    <p:sldId id="351" r:id="rId38"/>
    <p:sldId id="352" r:id="rId39"/>
    <p:sldId id="353" r:id="rId40"/>
    <p:sldId id="357" r:id="rId41"/>
    <p:sldId id="354" r:id="rId42"/>
    <p:sldId id="355" r:id="rId43"/>
    <p:sldId id="356" r:id="rId44"/>
    <p:sldId id="358" r:id="rId45"/>
    <p:sldId id="359" r:id="rId46"/>
    <p:sldId id="360" r:id="rId47"/>
    <p:sldId id="364" r:id="rId48"/>
    <p:sldId id="363" r:id="rId49"/>
    <p:sldId id="361" r:id="rId50"/>
    <p:sldId id="362" r:id="rId51"/>
    <p:sldId id="368" r:id="rId52"/>
    <p:sldId id="365" r:id="rId53"/>
    <p:sldId id="366" r:id="rId54"/>
    <p:sldId id="370" r:id="rId55"/>
  </p:sldIdLst>
  <p:sldSz cx="12187555" cy="7021830"/>
  <p:notesSz cx="9296400" cy="7010400"/>
  <p:defaultTextStyle>
    <a:defPPr>
      <a:defRPr lang="en-US"/>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1pPr>
    <a:lvl2pPr marL="614680" lvl="1" indent="-15748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2pPr>
    <a:lvl3pPr marL="1228725" lvl="2" indent="-31432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3pPr>
    <a:lvl4pPr marL="1843405" lvl="3" indent="-47180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4pPr>
    <a:lvl5pPr marL="2457450" lvl="4"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5pPr>
    <a:lvl6pPr marL="2286000" lvl="5"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6pPr>
    <a:lvl7pPr marL="2743200" lvl="6"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7pPr>
    <a:lvl8pPr marL="3200400" lvl="7"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8pPr>
    <a:lvl9pPr marL="3657600" lvl="8"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1562" userDrawn="1">
          <p15:clr>
            <a:srgbClr val="A4A3A4"/>
          </p15:clr>
        </p15:guide>
        <p15:guide id="2" orient="horz" pos="668" userDrawn="1">
          <p15:clr>
            <a:srgbClr val="A4A3A4"/>
          </p15:clr>
        </p15:guide>
        <p15:guide id="3" pos="2662" userDrawn="1">
          <p15:clr>
            <a:srgbClr val="A4A3A4"/>
          </p15:clr>
        </p15:guide>
        <p15:guide id="4" pos="5207" userDrawn="1">
          <p15:clr>
            <a:srgbClr val="A4A3A4"/>
          </p15:clr>
        </p15:guide>
        <p15:guide id="5" pos="40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2FDB2607-1784-4EEB-B798-7EB5836EED8A}">
        <p14:showMediaCtrls xmlns:p14="http://schemas.microsoft.com/office/powerpoint/2010/main" val="1"/>
      </p:ext>
    </p:extLst>
  </p:showPr>
  <p:clrMru>
    <a:srgbClr val="7A8287"/>
    <a:srgbClr val="717171"/>
    <a:srgbClr val="B30000"/>
    <a:srgbClr val="7E0000"/>
    <a:srgbClr val="9E0A26"/>
    <a:srgbClr val="0D9342"/>
    <a:srgbClr val="747474"/>
    <a:srgbClr val="7C7C7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4083"/>
    <p:restoredTop sz="97673"/>
  </p:normalViewPr>
  <p:slideViewPr>
    <p:cSldViewPr snapToGrid="0" showGuides="1">
      <p:cViewPr varScale="1">
        <p:scale>
          <a:sx n="91" d="100"/>
          <a:sy n="91" d="100"/>
        </p:scale>
        <p:origin x="384" y="84"/>
      </p:cViewPr>
      <p:guideLst>
        <p:guide orient="horz" pos="1562"/>
        <p:guide orient="horz" pos="668"/>
        <p:guide pos="2662"/>
        <p:guide pos="5207"/>
        <p:guide pos="400"/>
      </p:guideLst>
    </p:cSldViewPr>
  </p:slideViewPr>
  <p:notesTextViewPr>
    <p:cViewPr>
      <p:scale>
        <a:sx n="100" d="100"/>
        <a:sy n="100" d="100"/>
      </p:scale>
      <p:origin x="0" y="0"/>
    </p:cViewPr>
  </p:notesTextViewPr>
  <p:sorterViewPr showFormatting="0">
    <p:cViewPr>
      <p:scale>
        <a:sx n="50" d="100"/>
        <a:sy n="50" d="100"/>
      </p:scale>
      <p:origin x="0" y="0"/>
    </p:cViewPr>
  </p:sorterViewPr>
  <p:gridSpacing cx="76199" cy="76199"/>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1" Type="http://schemas.openxmlformats.org/officeDocument/2006/relationships/commentAuthors" Target="commentAuthors.xml"/><Relationship Id="rId60" Type="http://schemas.openxmlformats.org/officeDocument/2006/relationships/tableStyles" Target="tableStyles.xml"/><Relationship Id="rId6" Type="http://schemas.openxmlformats.org/officeDocument/2006/relationships/slide" Target="slides/slide1.xml"/><Relationship Id="rId59" Type="http://schemas.openxmlformats.org/officeDocument/2006/relationships/viewProps" Target="viewProps.xml"/><Relationship Id="rId58" Type="http://schemas.openxmlformats.org/officeDocument/2006/relationships/presProps" Target="presProps.xml"/><Relationship Id="rId57" Type="http://schemas.openxmlformats.org/officeDocument/2006/relationships/handoutMaster" Target="handoutMasters/handoutMaster1.xml"/><Relationship Id="rId56" Type="http://schemas.openxmlformats.org/officeDocument/2006/relationships/notesMaster" Target="notesMasters/notesMaster1.xml"/><Relationship Id="rId55" Type="http://schemas.openxmlformats.org/officeDocument/2006/relationships/slide" Target="slides/slide50.xml"/><Relationship Id="rId54" Type="http://schemas.openxmlformats.org/officeDocument/2006/relationships/slide" Target="slides/slide49.xml"/><Relationship Id="rId53" Type="http://schemas.openxmlformats.org/officeDocument/2006/relationships/slide" Target="slides/slide48.xml"/><Relationship Id="rId52" Type="http://schemas.openxmlformats.org/officeDocument/2006/relationships/slide" Target="slides/slide47.xml"/><Relationship Id="rId51" Type="http://schemas.openxmlformats.org/officeDocument/2006/relationships/slide" Target="slides/slide46.xml"/><Relationship Id="rId50" Type="http://schemas.openxmlformats.org/officeDocument/2006/relationships/slide" Target="slides/slide45.xml"/><Relationship Id="rId5" Type="http://schemas.openxmlformats.org/officeDocument/2006/relationships/slideMaster" Target="slideMasters/slideMaster4.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55298" name="Rectangle 2"/>
          <p:cNvSpPr>
            <a:spLocks noGrp="1" noChangeArrowheads="1"/>
          </p:cNvSpPr>
          <p:nvPr>
            <p:ph type="hdr" sz="quarter"/>
          </p:nvPr>
        </p:nvSpPr>
        <p:spPr bwMode="auto">
          <a:xfrm>
            <a:off x="3886200" y="0"/>
            <a:ext cx="437673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299" name="Rectangle 3"/>
          <p:cNvSpPr>
            <a:spLocks noGrp="1" noChangeArrowheads="1"/>
          </p:cNvSpPr>
          <p:nvPr>
            <p:ph type="dt" sz="quarter" idx="1"/>
          </p:nvPr>
        </p:nvSpPr>
        <p:spPr bwMode="auto">
          <a:xfrm>
            <a:off x="8277225" y="0"/>
            <a:ext cx="1017588"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4F236681-7156-4480-AE64-29C68A5EE95B}"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0" name="Rectangle 4"/>
          <p:cNvSpPr>
            <a:spLocks noGrp="1" noChangeArrowheads="1"/>
          </p:cNvSpPr>
          <p:nvPr>
            <p:ph type="ftr" sz="quarter" idx="2"/>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1" name="Rectangle 5"/>
          <p:cNvSpPr>
            <a:spLocks noGrp="1" noChangeArrowheads="1"/>
          </p:cNvSpPr>
          <p:nvPr>
            <p:ph type="sldNum" sz="quarter" idx="3"/>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0CCA73A3-3EE7-4293-867F-9B8FBD0D7801}"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2" name="TextBox 1"/>
          <p:cNvSpPr txBox="1"/>
          <p:nvPr/>
        </p:nvSpPr>
        <p:spPr>
          <a:xfrm>
            <a:off x="0" y="7938"/>
            <a:ext cx="3757613" cy="275590"/>
          </a:xfrm>
          <a:prstGeom prst="rect">
            <a:avLst/>
          </a:prstGeom>
          <a:noFill/>
        </p:spPr>
        <p:txBody>
          <a:bodyPr lIns="91650" tIns="45825" rIns="91650" bIns="45825">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WASHINGTON STATE UNIVERSITY</a:t>
            </a:r>
            <a:endPar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2290" name="Rectangle 2"/>
          <p:cNvSpPr>
            <a:spLocks noGrp="1" noChangeArrowheads="1"/>
          </p:cNvSpPr>
          <p:nvPr>
            <p:ph type="hdr" sz="quarter"/>
          </p:nvPr>
        </p:nvSpPr>
        <p:spPr bwMode="auto">
          <a:xfrm>
            <a:off x="0" y="0"/>
            <a:ext cx="402748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1" name="Rectangle 3"/>
          <p:cNvSpPr>
            <a:spLocks noGrp="1" noChangeArrowheads="1"/>
          </p:cNvSpPr>
          <p:nvPr>
            <p:ph type="dt" idx="1"/>
          </p:nvPr>
        </p:nvSpPr>
        <p:spPr bwMode="auto">
          <a:xfrm>
            <a:off x="5265738" y="0"/>
            <a:ext cx="4029075"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E8555C18-098B-43F1-AC78-45EDEB57A733}"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7412" name="Rectangle 4"/>
          <p:cNvSpPr>
            <a:spLocks noGrp="1" noRot="1" noChangeAspect="1" noTextEdit="1"/>
          </p:cNvSpPr>
          <p:nvPr>
            <p:ph type="sldImg"/>
          </p:nvPr>
        </p:nvSpPr>
        <p:spPr>
          <a:xfrm>
            <a:off x="2370138" y="527050"/>
            <a:ext cx="4562475" cy="2628900"/>
          </a:xfrm>
          <a:prstGeom prst="rect">
            <a:avLst/>
          </a:prstGeom>
          <a:noFill/>
          <a:ln w="9525" cap="flat" cmpd="sng">
            <a:solidFill>
              <a:srgbClr val="000000"/>
            </a:solidFill>
            <a:prstDash val="solid"/>
            <a:miter/>
            <a:headEnd type="none" w="med" len="med"/>
            <a:tailEnd type="none" w="med" len="med"/>
          </a:ln>
        </p:spPr>
      </p:sp>
      <p:sp>
        <p:nvSpPr>
          <p:cNvPr id="12293" name="Rectangle 5"/>
          <p:cNvSpPr>
            <a:spLocks noGrp="1" noChangeArrowheads="1"/>
          </p:cNvSpPr>
          <p:nvPr>
            <p:ph type="body" sz="quarter" idx="3"/>
          </p:nvPr>
        </p:nvSpPr>
        <p:spPr bwMode="auto">
          <a:xfrm>
            <a:off x="930275" y="3330575"/>
            <a:ext cx="7435850" cy="3152775"/>
          </a:xfrm>
          <a:prstGeom prst="rect">
            <a:avLst/>
          </a:prstGeom>
          <a:noFill/>
          <a:ln w="9525">
            <a:noFill/>
            <a:miter lim="800000"/>
          </a:ln>
          <a:effectLst/>
        </p:spPr>
        <p:txBody>
          <a:bodyPr vert="horz" wrap="square" lIns="92292" tIns="46146" rIns="92292" bIns="46146"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Click to edit Master text styles</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614680" marR="0" lvl="1"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Second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228725" marR="0" lvl="2"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Third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843405" marR="0" lvl="3"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Fourth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2457450" marR="0" lvl="4"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Fifth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4" name="Rectangle 6"/>
          <p:cNvSpPr>
            <a:spLocks noGrp="1" noChangeArrowheads="1"/>
          </p:cNvSpPr>
          <p:nvPr>
            <p:ph type="ftr" sz="quarter" idx="4"/>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5" name="Rectangle 7"/>
          <p:cNvSpPr>
            <a:spLocks noGrp="1" noChangeArrowheads="1"/>
          </p:cNvSpPr>
          <p:nvPr>
            <p:ph type="sldNum" sz="quarter" idx="5"/>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32BAE9E6-DFE7-48C6-84B7-49545C10A24D}"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1pPr>
    <a:lvl2pPr marL="61468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2pPr>
    <a:lvl3pPr marL="122872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3pPr>
    <a:lvl4pPr marL="184340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4pPr>
    <a:lvl5pPr marL="245745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5pPr>
    <a:lvl6pPr marL="3073400" algn="l" defTabSz="1229360" rtl="0" eaLnBrk="1" latinLnBrk="0" hangingPunct="1">
      <a:defRPr sz="1600" kern="1200">
        <a:solidFill>
          <a:schemeClr val="tx1"/>
        </a:solidFill>
        <a:latin typeface="+mn-lt"/>
        <a:ea typeface="+mn-ea"/>
        <a:cs typeface="+mn-cs"/>
      </a:defRPr>
    </a:lvl6pPr>
    <a:lvl7pPr marL="3688080" algn="l" defTabSz="1229360" rtl="0" eaLnBrk="1" latinLnBrk="0" hangingPunct="1">
      <a:defRPr sz="1600" kern="1200">
        <a:solidFill>
          <a:schemeClr val="tx1"/>
        </a:solidFill>
        <a:latin typeface="+mn-lt"/>
        <a:ea typeface="+mn-ea"/>
        <a:cs typeface="+mn-cs"/>
      </a:defRPr>
    </a:lvl7pPr>
    <a:lvl8pPr marL="4302760" algn="l" defTabSz="1229360" rtl="0" eaLnBrk="1" latinLnBrk="0" hangingPunct="1">
      <a:defRPr sz="1600" kern="1200">
        <a:solidFill>
          <a:schemeClr val="tx1"/>
        </a:solidFill>
        <a:latin typeface="+mn-lt"/>
        <a:ea typeface="+mn-ea"/>
        <a:cs typeface="+mn-cs"/>
      </a:defRPr>
    </a:lvl8pPr>
    <a:lvl9pPr marL="4917440" algn="l" defTabSz="122936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5" Type="http://schemas.openxmlformats.org/officeDocument/2006/relationships/tags" Target="../tags/tag8.xml"/><Relationship Id="rId4" Type="http://schemas.openxmlformats.org/officeDocument/2006/relationships/tags" Target="../tags/tag7.xml"/><Relationship Id="rId3" Type="http://schemas.openxmlformats.org/officeDocument/2006/relationships/tags" Target="../tags/tag6.xml"/><Relationship Id="rId2" Type="http://schemas.openxmlformats.org/officeDocument/2006/relationships/tags" Target="../tags/tag5.xml"/><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image" Target="../media/image6.png"/><Relationship Id="rId3" Type="http://schemas.openxmlformats.org/officeDocument/2006/relationships/tags" Target="../tags/tag10.xml"/><Relationship Id="rId2" Type="http://schemas.openxmlformats.org/officeDocument/2006/relationships/tags" Target="../tags/tag9.xml"/><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8" Type="http://schemas.openxmlformats.org/officeDocument/2006/relationships/tags" Target="../tags/tag26.xml"/><Relationship Id="rId7" Type="http://schemas.openxmlformats.org/officeDocument/2006/relationships/tags" Target="../tags/tag25.xml"/><Relationship Id="rId6" Type="http://schemas.openxmlformats.org/officeDocument/2006/relationships/tags" Target="../tags/tag24.xml"/><Relationship Id="rId5" Type="http://schemas.openxmlformats.org/officeDocument/2006/relationships/image" Target="../media/image7.png"/><Relationship Id="rId4" Type="http://schemas.openxmlformats.org/officeDocument/2006/relationships/tags" Target="../tags/tag23.xml"/><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image" Target="../media/image8.png"/><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7" Type="http://schemas.openxmlformats.org/officeDocument/2006/relationships/tags" Target="../tags/tag39.xml"/><Relationship Id="rId6" Type="http://schemas.openxmlformats.org/officeDocument/2006/relationships/tags" Target="../tags/tag38.xml"/><Relationship Id="rId5" Type="http://schemas.openxmlformats.org/officeDocument/2006/relationships/tags" Target="../tags/tag37.xml"/><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 Type="http://schemas.openxmlformats.org/officeDocument/2006/relationships/tags" Target="../tags/tag40.xml"/><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5" Type="http://schemas.openxmlformats.org/officeDocument/2006/relationships/tags" Target="../tags/tag58.xml"/><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6" Type="http://schemas.openxmlformats.org/officeDocument/2006/relationships/tags" Target="../tags/tag63.xml"/><Relationship Id="rId5" Type="http://schemas.openxmlformats.org/officeDocument/2006/relationships/tags" Target="../tags/tag62.xml"/><Relationship Id="rId4" Type="http://schemas.openxmlformats.org/officeDocument/2006/relationships/tags" Target="../tags/tag61.xml"/><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image" Target="../media/image9.png"/><Relationship Id="rId3" Type="http://schemas.openxmlformats.org/officeDocument/2006/relationships/tags" Target="../tags/tag65.xml"/><Relationship Id="rId2" Type="http://schemas.openxmlformats.org/officeDocument/2006/relationships/tags" Target="../tags/tag64.xml"/><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
        <p:nvSpPr>
          <p:cNvPr id="6" name="标题 5"/>
          <p:cNvSpPr>
            <a:spLocks noGrp="1"/>
          </p:cNvSpPr>
          <p:nvPr>
            <p:ph type="title"/>
            <p:custDataLst>
              <p:tags r:id="rId5"/>
            </p:custDataLst>
          </p:nvPr>
        </p:nvSpPr>
        <p:spPr/>
        <p:txBody>
          <a:bodyPr/>
          <a:lstStyle/>
          <a:p>
            <a:r>
              <a:rPr lang="zh-CN" altLang="en-US"/>
              <a:t>单击此处编辑母版标题样式</a:t>
            </a:r>
            <a:endParaRPr lang="zh-CN" altLang="en-US"/>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81225"/>
            <a:ext cx="10358438" cy="1504950"/>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副标题 2"/>
          <p:cNvSpPr>
            <a:spLocks noGrp="1"/>
          </p:cNvSpPr>
          <p:nvPr>
            <p:ph type="subTitle" idx="1"/>
          </p:nvPr>
        </p:nvSpPr>
        <p:spPr>
          <a:xfrm>
            <a:off x="1828800" y="3978275"/>
            <a:ext cx="8529638" cy="1795463"/>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a:t>单击此处编辑母版副标题样式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2025" y="4511675"/>
            <a:ext cx="10360025" cy="1395413"/>
          </a:xfrm>
          <a:prstGeom prst="rect">
            <a:avLst/>
          </a:prstGeom>
        </p:spPr>
        <p:txBody>
          <a:bodyPr anchor="t"/>
          <a:lstStyle>
            <a:lvl1pPr algn="l">
              <a:defRPr sz="4000" b="1" cap="all"/>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962025" y="2976563"/>
            <a:ext cx="10360025" cy="1535112"/>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a:t>单击此处编辑母版文本样式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609600" y="1638300"/>
            <a:ext cx="5407025"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6169025" y="1638300"/>
            <a:ext cx="5408613"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lvl1pPr>
              <a:defRPr/>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609600" y="1571625"/>
            <a:ext cx="5384800"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609600" y="2227263"/>
            <a:ext cx="5384800"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文本占位符 4"/>
          <p:cNvSpPr>
            <a:spLocks noGrp="1"/>
          </p:cNvSpPr>
          <p:nvPr>
            <p:ph type="body" sz="quarter" idx="3"/>
          </p:nvPr>
        </p:nvSpPr>
        <p:spPr>
          <a:xfrm>
            <a:off x="6191250" y="1571625"/>
            <a:ext cx="5386388"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6191250" y="2227263"/>
            <a:ext cx="5386388"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7" name="日期占位符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8" name="页脚占位符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9" name="灯片编号占位符 8"/>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页脚占位符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灯片编号占位符 4"/>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3" name="页脚占位符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灯片编号占位符 3"/>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9400"/>
            <a:ext cx="4010025" cy="11906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4764088" y="279400"/>
            <a:ext cx="6813550" cy="59928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文本占位符 3"/>
          <p:cNvSpPr>
            <a:spLocks noGrp="1"/>
          </p:cNvSpPr>
          <p:nvPr>
            <p:ph type="body" sz="half" idx="2"/>
          </p:nvPr>
        </p:nvSpPr>
        <p:spPr>
          <a:xfrm>
            <a:off x="609600" y="1470025"/>
            <a:ext cx="4010025" cy="48021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914900"/>
            <a:ext cx="7312025" cy="5810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2389188" y="627063"/>
            <a:ext cx="7312025" cy="42132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2389188" y="5495925"/>
            <a:ext cx="7312025" cy="82391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6025" y="280988"/>
            <a:ext cx="2741613" cy="5991225"/>
          </a:xfrm>
          <a:prstGeom prst="rect">
            <a:avLst/>
          </a:prstGeo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609600" y="280988"/>
            <a:ext cx="8074025" cy="5991225"/>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
        <p:nvSpPr>
          <p:cNvPr id="6" name="标题 5"/>
          <p:cNvSpPr>
            <a:spLocks noGrp="1"/>
          </p:cNvSpPr>
          <p:nvPr>
            <p:ph type="title"/>
            <p:custDataLst>
              <p:tags r:id="rId5"/>
            </p:custDataLst>
          </p:nvPr>
        </p:nvSpPr>
        <p:spPr/>
        <p:txBody>
          <a:bodyPr/>
          <a:lstStyle/>
          <a:p>
            <a:r>
              <a:rPr lang="zh-CN" altLang="en-US"/>
              <a:t>单击此处编辑母版标题样式</a:t>
            </a:r>
            <a:endParaRPr lang="zh-CN" altLang="en-US"/>
          </a:p>
        </p:txBody>
      </p:sp>
    </p:spTree>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8" name="任意多边形: 形状 7"/>
          <p:cNvSpPr/>
          <p:nvPr userDrawn="1">
            <p:custDataLst>
              <p:tags r:id="rId2"/>
            </p:custDataLst>
          </p:nvPr>
        </p:nvSpPr>
        <p:spPr>
          <a:xfrm>
            <a:off x="6053753" y="909138"/>
            <a:ext cx="5907139" cy="5791822"/>
          </a:xfrm>
          <a:custGeom>
            <a:avLst/>
            <a:gdLst>
              <a:gd name="connsiteX0" fmla="*/ 3879682 w 5909293"/>
              <a:gd name="connsiteY0" fmla="*/ 175 h 5793934"/>
              <a:gd name="connsiteX1" fmla="*/ 4334567 w 5909293"/>
              <a:gd name="connsiteY1" fmla="*/ 60453 h 5793934"/>
              <a:gd name="connsiteX2" fmla="*/ 5246308 w 5909293"/>
              <a:gd name="connsiteY2" fmla="*/ 1122598 h 5793934"/>
              <a:gd name="connsiteX3" fmla="*/ 5872742 w 5909293"/>
              <a:gd name="connsiteY3" fmla="*/ 3288868 h 5793934"/>
              <a:gd name="connsiteX4" fmla="*/ 5819651 w 5909293"/>
              <a:gd name="connsiteY4" fmla="*/ 4125030 h 5793934"/>
              <a:gd name="connsiteX5" fmla="*/ 5157837 w 5909293"/>
              <a:gd name="connsiteY5" fmla="*/ 4912778 h 5793934"/>
              <a:gd name="connsiteX6" fmla="*/ 3379536 w 5909293"/>
              <a:gd name="connsiteY6" fmla="*/ 5735681 h 5793934"/>
              <a:gd name="connsiteX7" fmla="*/ 2078353 w 5909293"/>
              <a:gd name="connsiteY7" fmla="*/ 5726438 h 5793934"/>
              <a:gd name="connsiteX8" fmla="*/ 1489530 w 5909293"/>
              <a:gd name="connsiteY8" fmla="*/ 5363600 h 5793934"/>
              <a:gd name="connsiteX9" fmla="*/ 1035251 w 5909293"/>
              <a:gd name="connsiteY9" fmla="*/ 4220617 h 5793934"/>
              <a:gd name="connsiteX10" fmla="*/ 602247 w 5909293"/>
              <a:gd name="connsiteY10" fmla="*/ 3634929 h 5793934"/>
              <a:gd name="connsiteX11" fmla="*/ 169546 w 5909293"/>
              <a:gd name="connsiteY11" fmla="*/ 2942699 h 5793934"/>
              <a:gd name="connsiteX12" fmla="*/ 652478 w 5909293"/>
              <a:gd name="connsiteY12" fmla="*/ 842508 h 5793934"/>
              <a:gd name="connsiteX13" fmla="*/ 1316613 w 5909293"/>
              <a:gd name="connsiteY13" fmla="*/ 445895 h 5793934"/>
              <a:gd name="connsiteX14" fmla="*/ 1375567 w 5909293"/>
              <a:gd name="connsiteY14" fmla="*/ 424437 h 5793934"/>
              <a:gd name="connsiteX15" fmla="*/ 3408460 w 5909293"/>
              <a:gd name="connsiteY15" fmla="*/ 39296 h 5793934"/>
              <a:gd name="connsiteX16" fmla="*/ 3879682 w 5909293"/>
              <a:gd name="connsiteY16" fmla="*/ 175 h 5793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9293" h="5793934">
                <a:moveTo>
                  <a:pt x="3879682" y="175"/>
                </a:moveTo>
                <a:cubicBezTo>
                  <a:pt x="4036099" y="-1809"/>
                  <a:pt x="4189792" y="12773"/>
                  <a:pt x="4334567" y="60453"/>
                </a:cubicBezTo>
                <a:cubicBezTo>
                  <a:pt x="4813657" y="215756"/>
                  <a:pt x="5066087" y="681130"/>
                  <a:pt x="5246308" y="1122598"/>
                </a:cubicBezTo>
                <a:cubicBezTo>
                  <a:pt x="5530593" y="1818660"/>
                  <a:pt x="5740779" y="2546018"/>
                  <a:pt x="5872742" y="3288868"/>
                </a:cubicBezTo>
                <a:cubicBezTo>
                  <a:pt x="5918136" y="3538857"/>
                  <a:pt x="5941127" y="3794404"/>
                  <a:pt x="5819651" y="4125030"/>
                </a:cubicBezTo>
                <a:cubicBezTo>
                  <a:pt x="5698175" y="4455657"/>
                  <a:pt x="5555500" y="4602769"/>
                  <a:pt x="5157837" y="4912778"/>
                </a:cubicBezTo>
                <a:cubicBezTo>
                  <a:pt x="4760174" y="5222787"/>
                  <a:pt x="3749504" y="5653807"/>
                  <a:pt x="3379536" y="5735681"/>
                </a:cubicBezTo>
                <a:cubicBezTo>
                  <a:pt x="3009569" y="5817556"/>
                  <a:pt x="2330918" y="5811898"/>
                  <a:pt x="2078353" y="5726438"/>
                </a:cubicBezTo>
                <a:cubicBezTo>
                  <a:pt x="1825789" y="5640979"/>
                  <a:pt x="1633575" y="5511056"/>
                  <a:pt x="1489530" y="5363600"/>
                </a:cubicBezTo>
                <a:cubicBezTo>
                  <a:pt x="1194462" y="5065173"/>
                  <a:pt x="1220104" y="4592041"/>
                  <a:pt x="1035251" y="4220617"/>
                </a:cubicBezTo>
                <a:cubicBezTo>
                  <a:pt x="929927" y="4002824"/>
                  <a:pt x="753122" y="3825759"/>
                  <a:pt x="602247" y="3634929"/>
                </a:cubicBezTo>
                <a:cubicBezTo>
                  <a:pt x="430739" y="3418728"/>
                  <a:pt x="291908" y="3187171"/>
                  <a:pt x="169546" y="2942699"/>
                </a:cubicBezTo>
                <a:cubicBezTo>
                  <a:pt x="-176217" y="2249976"/>
                  <a:pt x="17688" y="1398039"/>
                  <a:pt x="652478" y="842508"/>
                </a:cubicBezTo>
                <a:cubicBezTo>
                  <a:pt x="844971" y="671207"/>
                  <a:pt x="1070014" y="535650"/>
                  <a:pt x="1316613" y="445895"/>
                </a:cubicBezTo>
                <a:cubicBezTo>
                  <a:pt x="1336025" y="438830"/>
                  <a:pt x="1354717" y="432026"/>
                  <a:pt x="1375567" y="424437"/>
                </a:cubicBezTo>
                <a:cubicBezTo>
                  <a:pt x="2029851" y="208795"/>
                  <a:pt x="2725822" y="123350"/>
                  <a:pt x="3408460" y="39296"/>
                </a:cubicBezTo>
                <a:cubicBezTo>
                  <a:pt x="3564127" y="20711"/>
                  <a:pt x="3723266" y="2160"/>
                  <a:pt x="3879682" y="175"/>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27" name="图片 26" descr="无人机5资源 1@600x-8"/>
          <p:cNvPicPr>
            <a:picLocks noChangeAspect="1"/>
          </p:cNvPicPr>
          <p:nvPr>
            <p:custDataLst>
              <p:tags r:id="rId3"/>
            </p:custDataLst>
          </p:nvPr>
        </p:nvPicPr>
        <p:blipFill>
          <a:blip r:embed="rId4"/>
          <a:stretch>
            <a:fillRect/>
          </a:stretch>
        </p:blipFill>
        <p:spPr>
          <a:xfrm>
            <a:off x="5432349" y="1760224"/>
            <a:ext cx="6640948" cy="5178441"/>
          </a:xfrm>
          <a:prstGeom prst="rect">
            <a:avLst/>
          </a:prstGeom>
        </p:spPr>
      </p:pic>
      <p:sp>
        <p:nvSpPr>
          <p:cNvPr id="2" name="标题 1"/>
          <p:cNvSpPr>
            <a:spLocks noGrp="1"/>
          </p:cNvSpPr>
          <p:nvPr>
            <p:ph type="ctrTitle" hasCustomPrompt="1"/>
            <p:custDataLst>
              <p:tags r:id="rId5"/>
            </p:custDataLst>
          </p:nvPr>
        </p:nvSpPr>
        <p:spPr>
          <a:xfrm>
            <a:off x="702689" y="1387615"/>
            <a:ext cx="5391089" cy="2151865"/>
          </a:xfrm>
        </p:spPr>
        <p:txBody>
          <a:bodyPr wrap="square" anchor="b" anchorCtr="0">
            <a:normAutofit/>
          </a:bodyPr>
          <a:lstStyle>
            <a:lvl1pPr algn="l">
              <a:lnSpc>
                <a:spcPct val="100000"/>
              </a:lnSpc>
              <a:defRPr sz="5530">
                <a:solidFill>
                  <a:schemeClr val="accent1"/>
                </a:solidFill>
              </a:defRPr>
            </a:lvl1pPr>
          </a:lstStyle>
          <a:p>
            <a:r>
              <a:rPr lang="zh-CN" altLang="en-US" dirty="0"/>
              <a:t>编辑母版标题</a:t>
            </a:r>
            <a:endParaRPr lang="zh-CN" altLang="en-US" dirty="0"/>
          </a:p>
        </p:txBody>
      </p:sp>
      <p:sp>
        <p:nvSpPr>
          <p:cNvPr id="24" name="文本占位符 23"/>
          <p:cNvSpPr>
            <a:spLocks noGrp="1"/>
          </p:cNvSpPr>
          <p:nvPr>
            <p:ph type="body" sz="quarter" idx="17" hasCustomPrompt="1"/>
            <p:custDataLst>
              <p:tags r:id="rId6"/>
            </p:custDataLst>
          </p:nvPr>
        </p:nvSpPr>
        <p:spPr>
          <a:xfrm>
            <a:off x="701419" y="3821952"/>
            <a:ext cx="2879945" cy="580178"/>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b="0">
                <a:solidFill>
                  <a:schemeClr val="lt1">
                    <a:lumMod val="100000"/>
                  </a:schemeClr>
                </a:solidFill>
              </a:defRPr>
            </a:lvl1pPr>
          </a:lstStyle>
          <a:p>
            <a:r>
              <a:rPr lang="zh-CN" altLang="en-US" dirty="0"/>
              <a:t>汇报人：</a:t>
            </a:r>
            <a:r>
              <a:rPr lang="en-US" altLang="zh-CN" dirty="0"/>
              <a:t>WPS</a:t>
            </a:r>
            <a:endParaRPr lang="zh-CN" altLang="en-US" dirty="0"/>
          </a:p>
        </p:txBody>
      </p:sp>
      <p:sp>
        <p:nvSpPr>
          <p:cNvPr id="7" name="日期占位符 6"/>
          <p:cNvSpPr>
            <a:spLocks noGrp="1"/>
          </p:cNvSpPr>
          <p:nvPr>
            <p:ph type="dt" sz="half" idx="18"/>
            <p:custDataLst>
              <p:tags r:id="rId7"/>
            </p:custDataLst>
          </p:nvPr>
        </p:nvSpPr>
        <p:spPr/>
        <p:txBody>
          <a:bodyPr/>
          <a:lstStyle/>
          <a:p>
            <a:fld id="{5592522B-0F24-4480-B9DD-A9474A6880D6}" type="datetimeFigureOut">
              <a:rPr lang="zh-CN" altLang="en-US" smtClean="0"/>
            </a:fld>
            <a:endParaRPr lang="zh-CN" altLang="en-US" dirty="0"/>
          </a:p>
        </p:txBody>
      </p:sp>
      <p:sp>
        <p:nvSpPr>
          <p:cNvPr id="9" name="页脚占位符 8"/>
          <p:cNvSpPr>
            <a:spLocks noGrp="1"/>
          </p:cNvSpPr>
          <p:nvPr>
            <p:ph type="ftr" sz="quarter" idx="19"/>
            <p:custDataLst>
              <p:tags r:id="rId8"/>
            </p:custDataLst>
          </p:nvPr>
        </p:nvSpPr>
        <p:spPr/>
        <p:txBody>
          <a:bodyPr/>
          <a:lstStyle/>
          <a:p>
            <a:endParaRPr lang="zh-CN" altLang="en-US"/>
          </a:p>
        </p:txBody>
      </p:sp>
      <p:sp>
        <p:nvSpPr>
          <p:cNvPr id="10" name="灯片编号占位符 9"/>
          <p:cNvSpPr>
            <a:spLocks noGrp="1"/>
          </p:cNvSpPr>
          <p:nvPr>
            <p:ph type="sldNum" sz="quarter" idx="20"/>
            <p:custDataLst>
              <p:tags r:id="rId9"/>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custDataLst>
              <p:tags r:id="rId2"/>
            </p:custDataLst>
          </p:nvPr>
        </p:nvSpPr>
        <p:spPr>
          <a:xfrm>
            <a:off x="695071" y="1359050"/>
            <a:ext cx="10795538" cy="4899778"/>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7" name="标题 6"/>
          <p:cNvSpPr>
            <a:spLocks noGrp="1"/>
          </p:cNvSpPr>
          <p:nvPr>
            <p:ph type="title"/>
            <p:custDataLst>
              <p:tags r:id="rId3"/>
            </p:custDataLst>
          </p:nvPr>
        </p:nvSpPr>
        <p:spPr/>
        <p:txBody>
          <a:bodyPr vert="horz" wrap="square" lIns="0" tIns="0" rIns="0" bIns="0" rtlCol="0" anchor="b" anchorCtr="0">
            <a:normAutofit/>
          </a:bodyPr>
          <a:lstStyle>
            <a:lvl1pPr marL="0" marR="0" lvl="0" algn="l" defTabSz="914400" rtl="0" eaLnBrk="1" fontAlgn="auto" latinLnBrk="0" hangingPunct="1">
              <a:lnSpc>
                <a:spcPct val="100000"/>
              </a:lnSpc>
              <a:buClrTx/>
              <a:buSzTx/>
              <a:buFontTx/>
              <a:buNone/>
              <a:defRPr kumimoji="0" lang="zh-CN" altLang="en-US" sz="3275" b="1" i="0" u="none" strike="noStrike" kern="1200" cap="none" spc="0" normalizeH="0" baseline="0" noProof="1" dirty="0">
                <a:solidFill>
                  <a:schemeClr val="accent1"/>
                </a:solidFill>
                <a:latin typeface="+mj-lt"/>
                <a:ea typeface="+mj-ea"/>
                <a:cs typeface="+mj-cs"/>
              </a:defRPr>
            </a:lvl1pPr>
          </a:lstStyle>
          <a:p>
            <a:pPr lvl="0"/>
            <a:r>
              <a:rPr>
                <a:sym typeface="+mn-ea"/>
              </a:rPr>
              <a:t>单击此处编辑母版标题样式</a:t>
            </a:r>
            <a:endParaRPr>
              <a:sym typeface="+mn-ea"/>
            </a:endParaRPr>
          </a:p>
        </p:txBody>
      </p:sp>
      <p:sp>
        <p:nvSpPr>
          <p:cNvPr id="11" name="日期占位符 10"/>
          <p:cNvSpPr>
            <a:spLocks noGrp="1"/>
          </p:cNvSpPr>
          <p:nvPr>
            <p:ph type="dt" sz="half" idx="10"/>
            <p:custDataLst>
              <p:tags r:id="rId4"/>
            </p:custDataLst>
          </p:nvPr>
        </p:nvSpPr>
        <p:spPr/>
        <p:txBody>
          <a:bodyPr/>
          <a:lstStyle/>
          <a:p>
            <a:fld id="{5592522B-0F24-4480-B9DD-A9474A6880D6}" type="datetimeFigureOut">
              <a:rPr lang="zh-CN" altLang="en-US" smtClean="0"/>
            </a:fld>
            <a:endParaRPr lang="zh-CN" altLang="en-US" dirty="0"/>
          </a:p>
        </p:txBody>
      </p:sp>
      <p:sp>
        <p:nvSpPr>
          <p:cNvPr id="12" name="页脚占位符 11"/>
          <p:cNvSpPr>
            <a:spLocks noGrp="1"/>
          </p:cNvSpPr>
          <p:nvPr>
            <p:ph type="ftr" sz="quarter" idx="11"/>
            <p:custDataLst>
              <p:tags r:id="rId5"/>
            </p:custDataLst>
          </p:nvPr>
        </p:nvSpPr>
        <p:spPr/>
        <p:txBody>
          <a:bodyPr/>
          <a:lstStyle/>
          <a:p>
            <a:endParaRPr lang="zh-CN" altLang="en-US"/>
          </a:p>
        </p:txBody>
      </p:sp>
      <p:sp>
        <p:nvSpPr>
          <p:cNvPr id="13" name="灯片编号占位符 12"/>
          <p:cNvSpPr>
            <a:spLocks noGrp="1"/>
          </p:cNvSpPr>
          <p:nvPr>
            <p:ph type="sldNum" sz="quarter" idx="12"/>
            <p:custDataLst>
              <p:tags r:id="rId6"/>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18" name="Freeform 6"/>
          <p:cNvSpPr/>
          <p:nvPr>
            <p:custDataLst>
              <p:tags r:id="rId2"/>
            </p:custDataLst>
          </p:nvPr>
        </p:nvSpPr>
        <p:spPr bwMode="auto">
          <a:xfrm>
            <a:off x="837260" y="3395387"/>
            <a:ext cx="3970477" cy="3522330"/>
          </a:xfrm>
          <a:custGeom>
            <a:avLst/>
            <a:gdLst>
              <a:gd name="T0" fmla="*/ 1557 w 2458"/>
              <a:gd name="T1" fmla="*/ 0 h 2180"/>
              <a:gd name="T2" fmla="*/ 1529 w 2458"/>
              <a:gd name="T3" fmla="*/ 0 h 2180"/>
              <a:gd name="T4" fmla="*/ 618 w 2458"/>
              <a:gd name="T5" fmla="*/ 140 h 2180"/>
              <a:gd name="T6" fmla="*/ 233 w 2458"/>
              <a:gd name="T7" fmla="*/ 281 h 2180"/>
              <a:gd name="T8" fmla="*/ 13 w 2458"/>
              <a:gd name="T9" fmla="*/ 831 h 2180"/>
              <a:gd name="T10" fmla="*/ 81 w 2458"/>
              <a:gd name="T11" fmla="*/ 1775 h 2180"/>
              <a:gd name="T12" fmla="*/ 215 w 2458"/>
              <a:gd name="T13" fmla="*/ 2066 h 2180"/>
              <a:gd name="T14" fmla="*/ 645 w 2458"/>
              <a:gd name="T15" fmla="*/ 2180 h 2180"/>
              <a:gd name="T16" fmla="*/ 1805 w 2458"/>
              <a:gd name="T17" fmla="*/ 2180 h 2180"/>
              <a:gd name="T18" fmla="*/ 2036 w 2458"/>
              <a:gd name="T19" fmla="*/ 2135 h 2180"/>
              <a:gd name="T20" fmla="*/ 2235 w 2458"/>
              <a:gd name="T21" fmla="*/ 1964 h 2180"/>
              <a:gd name="T22" fmla="*/ 2251 w 2458"/>
              <a:gd name="T23" fmla="*/ 1448 h 2180"/>
              <a:gd name="T24" fmla="*/ 2343 w 2458"/>
              <a:gd name="T25" fmla="*/ 1155 h 2180"/>
              <a:gd name="T26" fmla="*/ 2419 w 2458"/>
              <a:gd name="T27" fmla="*/ 820 h 2180"/>
              <a:gd name="T28" fmla="*/ 1896 w 2458"/>
              <a:gd name="T29" fmla="*/ 61 h 2180"/>
              <a:gd name="T30" fmla="*/ 1557 w 2458"/>
              <a:gd name="T31" fmla="*/ 0 h 2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458" h="2180">
                <a:moveTo>
                  <a:pt x="1557" y="0"/>
                </a:moveTo>
                <a:cubicBezTo>
                  <a:pt x="1548" y="0"/>
                  <a:pt x="1539" y="0"/>
                  <a:pt x="1529" y="0"/>
                </a:cubicBezTo>
                <a:cubicBezTo>
                  <a:pt x="1222" y="9"/>
                  <a:pt x="917" y="75"/>
                  <a:pt x="618" y="140"/>
                </a:cubicBezTo>
                <a:cubicBezTo>
                  <a:pt x="482" y="170"/>
                  <a:pt x="340" y="202"/>
                  <a:pt x="233" y="281"/>
                </a:cubicBezTo>
                <a:cubicBezTo>
                  <a:pt x="56" y="411"/>
                  <a:pt x="21" y="631"/>
                  <a:pt x="13" y="831"/>
                </a:cubicBezTo>
                <a:cubicBezTo>
                  <a:pt x="0" y="1146"/>
                  <a:pt x="23" y="1463"/>
                  <a:pt x="81" y="1775"/>
                </a:cubicBezTo>
                <a:cubicBezTo>
                  <a:pt x="100" y="1880"/>
                  <a:pt x="128" y="1991"/>
                  <a:pt x="215" y="2066"/>
                </a:cubicBezTo>
                <a:cubicBezTo>
                  <a:pt x="323" y="2159"/>
                  <a:pt x="491" y="2172"/>
                  <a:pt x="645" y="2180"/>
                </a:cubicBezTo>
                <a:cubicBezTo>
                  <a:pt x="1805" y="2180"/>
                  <a:pt x="1805" y="2180"/>
                  <a:pt x="1805" y="2180"/>
                </a:cubicBezTo>
                <a:cubicBezTo>
                  <a:pt x="1884" y="2180"/>
                  <a:pt x="1963" y="2165"/>
                  <a:pt x="2036" y="2135"/>
                </a:cubicBezTo>
                <a:cubicBezTo>
                  <a:pt x="2124" y="2098"/>
                  <a:pt x="2197" y="2043"/>
                  <a:pt x="2235" y="1964"/>
                </a:cubicBezTo>
                <a:cubicBezTo>
                  <a:pt x="2313" y="1804"/>
                  <a:pt x="2230" y="1621"/>
                  <a:pt x="2251" y="1448"/>
                </a:cubicBezTo>
                <a:cubicBezTo>
                  <a:pt x="2262" y="1347"/>
                  <a:pt x="2309" y="1252"/>
                  <a:pt x="2343" y="1155"/>
                </a:cubicBezTo>
                <a:cubicBezTo>
                  <a:pt x="2382" y="1045"/>
                  <a:pt x="2405" y="934"/>
                  <a:pt x="2419" y="820"/>
                </a:cubicBezTo>
                <a:cubicBezTo>
                  <a:pt x="2458" y="497"/>
                  <a:pt x="2247" y="189"/>
                  <a:pt x="1896" y="61"/>
                </a:cubicBezTo>
                <a:cubicBezTo>
                  <a:pt x="1789" y="21"/>
                  <a:pt x="1674" y="0"/>
                  <a:pt x="1557" y="0"/>
                </a:cubicBezTo>
              </a:path>
            </a:pathLst>
          </a:custGeom>
          <a:solidFill>
            <a:schemeClr val="accent1">
              <a:alpha val="17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06" tIns="45703" rIns="91406" bIns="45703" numCol="1" anchor="t" anchorCtr="0" compatLnSpc="1"/>
          <a:lstStyle/>
          <a:p>
            <a:endParaRPr lang="zh-CN" altLang="en-US" sz="1800">
              <a:cs typeface="微软雅黑" panose="020B0503020204020204" charset="-122"/>
            </a:endParaRPr>
          </a:p>
        </p:txBody>
      </p:sp>
      <p:sp>
        <p:nvSpPr>
          <p:cNvPr id="2" name="标题 1"/>
          <p:cNvSpPr>
            <a:spLocks noGrp="1"/>
          </p:cNvSpPr>
          <p:nvPr>
            <p:ph type="title" hasCustomPrompt="1"/>
            <p:custDataLst>
              <p:tags r:id="rId3"/>
            </p:custDataLst>
          </p:nvPr>
        </p:nvSpPr>
        <p:spPr>
          <a:xfrm>
            <a:off x="837260" y="648109"/>
            <a:ext cx="2129014" cy="1081011"/>
          </a:xfrm>
        </p:spPr>
        <p:txBody>
          <a:bodyPr wrap="square" anchor="ctr" anchorCtr="0">
            <a:normAutofit/>
          </a:bodyPr>
          <a:lstStyle>
            <a:lvl1pPr algn="l">
              <a:defRPr sz="4915">
                <a:solidFill>
                  <a:schemeClr val="accent1"/>
                </a:solidFill>
              </a:defRPr>
            </a:lvl1pPr>
          </a:lstStyle>
          <a:p>
            <a:r>
              <a:rPr lang="zh-CN" altLang="en-US" dirty="0"/>
              <a:t>标题</a:t>
            </a:r>
            <a:endParaRPr lang="zh-CN" altLang="en-US" dirty="0"/>
          </a:p>
        </p:txBody>
      </p:sp>
      <p:pic>
        <p:nvPicPr>
          <p:cNvPr id="5" name="图片 4"/>
          <p:cNvPicPr>
            <a:picLocks noChangeAspect="1"/>
          </p:cNvPicPr>
          <p:nvPr>
            <p:custDataLst>
              <p:tags r:id="rId4"/>
            </p:custDataLst>
          </p:nvPr>
        </p:nvPicPr>
        <p:blipFill rotWithShape="1">
          <a:blip r:embed="rId5" cstate="print">
            <a:extLst>
              <a:ext uri="{28A0092B-C50C-407E-A947-70E740481C1C}">
                <a14:useLocalDpi xmlns:a14="http://schemas.microsoft.com/office/drawing/2010/main" val="0"/>
              </a:ext>
            </a:extLst>
          </a:blip>
          <a:srcRect l="31250" r="27352"/>
          <a:stretch>
            <a:fillRect/>
          </a:stretch>
        </p:blipFill>
        <p:spPr>
          <a:xfrm>
            <a:off x="1197808" y="2099825"/>
            <a:ext cx="3554704" cy="4829953"/>
          </a:xfrm>
          <a:prstGeom prst="rect">
            <a:avLst/>
          </a:prstGeom>
        </p:spPr>
      </p:pic>
      <p:sp>
        <p:nvSpPr>
          <p:cNvPr id="4" name="日期占位符 3"/>
          <p:cNvSpPr>
            <a:spLocks noGrp="1"/>
          </p:cNvSpPr>
          <p:nvPr>
            <p:ph type="dt" sz="half" idx="10"/>
            <p:custDataLst>
              <p:tags r:id="rId6"/>
            </p:custDataLst>
          </p:nvPr>
        </p:nvSpPr>
        <p:spPr/>
        <p:txBody>
          <a:bodyPr/>
          <a:lstStyle/>
          <a:p>
            <a:fld id="{5592522B-0F24-4480-B9DD-A9474A6880D6}" type="datetimeFigureOut">
              <a:rPr lang="zh-CN" altLang="en-US" smtClean="0"/>
            </a:fld>
            <a:endParaRPr lang="zh-CN" altLang="en-US" dirty="0"/>
          </a:p>
        </p:txBody>
      </p:sp>
      <p:sp>
        <p:nvSpPr>
          <p:cNvPr id="6" name="页脚占位符 5"/>
          <p:cNvSpPr>
            <a:spLocks noGrp="1"/>
          </p:cNvSpPr>
          <p:nvPr>
            <p:ph type="ftr" sz="quarter" idx="11"/>
            <p:custDataLst>
              <p:tags r:id="rId7"/>
            </p:custDataLst>
          </p:nvPr>
        </p:nvSpPr>
        <p:spPr/>
        <p:txBody>
          <a:bodyPr/>
          <a:lstStyle/>
          <a:p>
            <a:endParaRPr lang="zh-CN" altLang="en-US"/>
          </a:p>
        </p:txBody>
      </p:sp>
      <p:sp>
        <p:nvSpPr>
          <p:cNvPr id="10" name="灯片编号占位符 9"/>
          <p:cNvSpPr>
            <a:spLocks noGrp="1"/>
          </p:cNvSpPr>
          <p:nvPr>
            <p:ph type="sldNum" sz="quarter" idx="12"/>
            <p:custDataLst>
              <p:tags r:id="rId8"/>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3" name="Freeform 6"/>
          <p:cNvSpPr/>
          <p:nvPr userDrawn="1">
            <p:custDataLst>
              <p:tags r:id="rId2"/>
            </p:custDataLst>
          </p:nvPr>
        </p:nvSpPr>
        <p:spPr bwMode="auto">
          <a:xfrm rot="6240000" flipH="1">
            <a:off x="1155279" y="2458469"/>
            <a:ext cx="2942152" cy="3513444"/>
          </a:xfrm>
          <a:custGeom>
            <a:avLst/>
            <a:gdLst>
              <a:gd name="connsiteX0" fmla="*/ 4417 w 6611"/>
              <a:gd name="connsiteY0" fmla="*/ 31 h 6706"/>
              <a:gd name="connsiteX1" fmla="*/ 3525 w 6611"/>
              <a:gd name="connsiteY1" fmla="*/ 35 h 6706"/>
              <a:gd name="connsiteX2" fmla="*/ 1943 w 6611"/>
              <a:gd name="connsiteY2" fmla="*/ 444 h 6706"/>
              <a:gd name="connsiteX3" fmla="*/ 850 w 6611"/>
              <a:gd name="connsiteY3" fmla="*/ 1131 h 6706"/>
              <a:gd name="connsiteX4" fmla="*/ 7 w 6611"/>
              <a:gd name="connsiteY4" fmla="*/ 2491 h 6706"/>
              <a:gd name="connsiteX5" fmla="*/ 211 w 6611"/>
              <a:gd name="connsiteY5" fmla="*/ 4826 h 6706"/>
              <a:gd name="connsiteX6" fmla="*/ 752 w 6611"/>
              <a:gd name="connsiteY6" fmla="*/ 5937 h 6706"/>
              <a:gd name="connsiteX7" fmla="*/ 1926 w 6611"/>
              <a:gd name="connsiteY7" fmla="*/ 6575 h 6706"/>
              <a:gd name="connsiteX8" fmla="*/ 4060 w 6611"/>
              <a:gd name="connsiteY8" fmla="*/ 6611 h 6706"/>
              <a:gd name="connsiteX9" fmla="*/ 5547 w 6611"/>
              <a:gd name="connsiteY9" fmla="*/ 5965 h 6706"/>
              <a:gd name="connsiteX10" fmla="*/ 6120 w 6611"/>
              <a:gd name="connsiteY10" fmla="*/ 5119 h 6706"/>
              <a:gd name="connsiteX11" fmla="*/ 6193 w 6611"/>
              <a:gd name="connsiteY11" fmla="*/ 4057 h 6706"/>
              <a:gd name="connsiteX12" fmla="*/ 6398 w 6611"/>
              <a:gd name="connsiteY12" fmla="*/ 3222 h 6706"/>
              <a:gd name="connsiteX13" fmla="*/ 6599 w 6611"/>
              <a:gd name="connsiteY13" fmla="*/ 2281 h 6706"/>
              <a:gd name="connsiteX14" fmla="*/ 5278 w 6611"/>
              <a:gd name="connsiteY14" fmla="*/ 246 h 6706"/>
              <a:gd name="connsiteX15" fmla="*/ 4417 w 6611"/>
              <a:gd name="connsiteY15" fmla="*/ 31 h 6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0" t="0" r="r" b="b"/>
            <a:pathLst>
              <a:path w="6612" h="6706">
                <a:moveTo>
                  <a:pt x="4417" y="31"/>
                </a:moveTo>
                <a:cubicBezTo>
                  <a:pt x="4275" y="12"/>
                  <a:pt x="4045" y="-31"/>
                  <a:pt x="3525" y="35"/>
                </a:cubicBezTo>
                <a:cubicBezTo>
                  <a:pt x="3006" y="101"/>
                  <a:pt x="2368" y="252"/>
                  <a:pt x="1943" y="444"/>
                </a:cubicBezTo>
                <a:cubicBezTo>
                  <a:pt x="1518" y="636"/>
                  <a:pt x="1206" y="810"/>
                  <a:pt x="850" y="1131"/>
                </a:cubicBezTo>
                <a:cubicBezTo>
                  <a:pt x="494" y="1452"/>
                  <a:pt x="28" y="1938"/>
                  <a:pt x="7" y="2491"/>
                </a:cubicBezTo>
                <a:cubicBezTo>
                  <a:pt x="-27" y="3362"/>
                  <a:pt x="58" y="4271"/>
                  <a:pt x="211" y="4826"/>
                </a:cubicBezTo>
                <a:cubicBezTo>
                  <a:pt x="364" y="5381"/>
                  <a:pt x="482" y="5677"/>
                  <a:pt x="752" y="5937"/>
                </a:cubicBezTo>
                <a:cubicBezTo>
                  <a:pt x="1022" y="6197"/>
                  <a:pt x="1328" y="6417"/>
                  <a:pt x="1926" y="6575"/>
                </a:cubicBezTo>
                <a:cubicBezTo>
                  <a:pt x="2524" y="6733"/>
                  <a:pt x="3366" y="6751"/>
                  <a:pt x="4060" y="6611"/>
                </a:cubicBezTo>
                <a:cubicBezTo>
                  <a:pt x="4755" y="6471"/>
                  <a:pt x="5352" y="6115"/>
                  <a:pt x="5547" y="5965"/>
                </a:cubicBezTo>
                <a:cubicBezTo>
                  <a:pt x="5742" y="5815"/>
                  <a:pt x="6019" y="5562"/>
                  <a:pt x="6120" y="5119"/>
                </a:cubicBezTo>
                <a:cubicBezTo>
                  <a:pt x="6221" y="4677"/>
                  <a:pt x="6140" y="4535"/>
                  <a:pt x="6193" y="4057"/>
                </a:cubicBezTo>
                <a:cubicBezTo>
                  <a:pt x="6221" y="3778"/>
                  <a:pt x="6310" y="3490"/>
                  <a:pt x="6398" y="3222"/>
                </a:cubicBezTo>
                <a:cubicBezTo>
                  <a:pt x="6538" y="2812"/>
                  <a:pt x="6563" y="2596"/>
                  <a:pt x="6599" y="2281"/>
                </a:cubicBezTo>
                <a:cubicBezTo>
                  <a:pt x="6700" y="1390"/>
                  <a:pt x="6184" y="599"/>
                  <a:pt x="5278" y="246"/>
                </a:cubicBezTo>
                <a:cubicBezTo>
                  <a:pt x="5003" y="136"/>
                  <a:pt x="4559" y="50"/>
                  <a:pt x="4417" y="31"/>
                </a:cubicBezTo>
              </a:path>
            </a:pathLst>
          </a:custGeom>
          <a:solidFill>
            <a:schemeClr val="accent1">
              <a:alpha val="20000"/>
            </a:schemeClr>
          </a:solidFill>
          <a:ln>
            <a:noFill/>
          </a:ln>
        </p:spPr>
        <p:txBody>
          <a:bodyPr vert="horz" wrap="square" lIns="91406" tIns="45703" rIns="91406" bIns="45703" numCol="1" anchor="t" anchorCtr="0" compatLnSpc="1"/>
          <a:lstStyle/>
          <a:p>
            <a:endParaRPr lang="zh-CN" altLang="en-US" sz="1800">
              <a:cs typeface="微软雅黑" panose="020B0503020204020204" charset="-122"/>
            </a:endParaRPr>
          </a:p>
        </p:txBody>
      </p:sp>
      <p:pic>
        <p:nvPicPr>
          <p:cNvPr id="7" name="图片 6" descr="D:\工作文件\临时素材\无人机5资源-1@600x-8.png无人机5资源-1@600x-8"/>
          <p:cNvPicPr>
            <a:picLocks noChangeAspect="1"/>
          </p:cNvPicPr>
          <p:nvPr userDrawn="1">
            <p:custDataLst>
              <p:tags r:id="rId3"/>
            </p:custDataLst>
          </p:nvPr>
        </p:nvPicPr>
        <p:blipFill>
          <a:blip r:embed="rId4"/>
          <a:srcRect l="150" r="150"/>
          <a:stretch>
            <a:fillRect/>
          </a:stretch>
        </p:blipFill>
        <p:spPr>
          <a:xfrm>
            <a:off x="869633" y="1632635"/>
            <a:ext cx="3756560" cy="3261440"/>
          </a:xfrm>
          <a:prstGeom prst="rect">
            <a:avLst/>
          </a:prstGeom>
        </p:spPr>
      </p:pic>
      <p:sp>
        <p:nvSpPr>
          <p:cNvPr id="2" name="标题 1"/>
          <p:cNvSpPr>
            <a:spLocks noGrp="1"/>
          </p:cNvSpPr>
          <p:nvPr>
            <p:ph type="title" hasCustomPrompt="1"/>
            <p:custDataLst>
              <p:tags r:id="rId5"/>
            </p:custDataLst>
          </p:nvPr>
        </p:nvSpPr>
        <p:spPr>
          <a:xfrm>
            <a:off x="5459009" y="3489968"/>
            <a:ext cx="5890652" cy="1760848"/>
          </a:xfrm>
        </p:spPr>
        <p:txBody>
          <a:bodyPr wrap="square" lIns="0" tIns="0" rIns="0" bIns="0" anchor="t" anchorCtr="0">
            <a:normAutofit/>
          </a:bodyPr>
          <a:lstStyle>
            <a:lvl1pPr algn="l">
              <a:defRPr sz="4505">
                <a:solidFill>
                  <a:schemeClr val="accent1"/>
                </a:solidFill>
              </a:defRPr>
            </a:lvl1pPr>
          </a:lstStyle>
          <a:p>
            <a:r>
              <a:rPr lang="zh-CN" altLang="en-US" dirty="0"/>
              <a:t>单击编辑母版标题</a:t>
            </a:r>
            <a:endParaRPr lang="zh-CN" altLang="en-US" dirty="0"/>
          </a:p>
        </p:txBody>
      </p:sp>
      <p:sp>
        <p:nvSpPr>
          <p:cNvPr id="8" name="文本占位符 7"/>
          <p:cNvSpPr>
            <a:spLocks noGrp="1"/>
          </p:cNvSpPr>
          <p:nvPr>
            <p:ph type="body" sz="quarter" idx="13" hasCustomPrompt="1"/>
            <p:custDataLst>
              <p:tags r:id="rId6"/>
            </p:custDataLst>
          </p:nvPr>
        </p:nvSpPr>
        <p:spPr>
          <a:xfrm>
            <a:off x="5459009" y="2447043"/>
            <a:ext cx="5890652" cy="959770"/>
          </a:xfrm>
          <a:prstGeom prst="roundRect">
            <a:avLst>
              <a:gd name="adj" fmla="val 0"/>
            </a:avLst>
          </a:prstGeom>
          <a:noFill/>
        </p:spPr>
        <p:txBody>
          <a:bodyPr wrap="square" anchor="b" anchorCtr="0">
            <a:noAutofit/>
          </a:bodyPr>
          <a:lstStyle>
            <a:lvl1pPr marL="0" indent="0" algn="l" eaLnBrk="1" fontAlgn="auto" latinLnBrk="0" hangingPunct="1">
              <a:lnSpc>
                <a:spcPct val="100000"/>
              </a:lnSpc>
              <a:spcBef>
                <a:spcPts val="0"/>
              </a:spcBef>
              <a:buNone/>
              <a:defRPr sz="4915" b="1" u="none" strike="noStrike" kern="1200" cap="none" spc="100" normalizeH="0">
                <a:solidFill>
                  <a:schemeClr val="accent1"/>
                </a:solidFill>
                <a:uFillTx/>
                <a:latin typeface="+mj-ea"/>
                <a:ea typeface="+mj-ea"/>
              </a:defRPr>
            </a:lvl1pPr>
          </a:lstStyle>
          <a:p>
            <a:pPr lvl="0"/>
            <a:r>
              <a:rPr lang="zh-CN" altLang="en-US" dirty="0"/>
              <a:t>编号</a:t>
            </a:r>
            <a:endParaRPr lang="zh-CN" altLang="en-US" dirty="0"/>
          </a:p>
        </p:txBody>
      </p:sp>
      <p:sp>
        <p:nvSpPr>
          <p:cNvPr id="12" name="日期占位符 11"/>
          <p:cNvSpPr>
            <a:spLocks noGrp="1"/>
          </p:cNvSpPr>
          <p:nvPr>
            <p:ph type="dt" sz="half" idx="14"/>
            <p:custDataLst>
              <p:tags r:id="rId7"/>
            </p:custDataLst>
          </p:nvPr>
        </p:nvSpPr>
        <p:spPr/>
        <p:txBody>
          <a:bodyPr/>
          <a:lstStyle/>
          <a:p>
            <a:fld id="{5592522B-0F24-4480-B9DD-A9474A6880D6}" type="datetimeFigureOut">
              <a:rPr lang="zh-CN" altLang="en-US" smtClean="0"/>
            </a:fld>
            <a:endParaRPr lang="zh-CN" altLang="en-US" dirty="0"/>
          </a:p>
        </p:txBody>
      </p:sp>
      <p:sp>
        <p:nvSpPr>
          <p:cNvPr id="13" name="页脚占位符 12"/>
          <p:cNvSpPr>
            <a:spLocks noGrp="1"/>
          </p:cNvSpPr>
          <p:nvPr>
            <p:ph type="ftr" sz="quarter" idx="15"/>
            <p:custDataLst>
              <p:tags r:id="rId8"/>
            </p:custDataLst>
          </p:nvPr>
        </p:nvSpPr>
        <p:spPr/>
        <p:txBody>
          <a:bodyPr/>
          <a:lstStyle/>
          <a:p>
            <a:endParaRPr lang="zh-CN" altLang="en-US"/>
          </a:p>
        </p:txBody>
      </p:sp>
      <p:sp>
        <p:nvSpPr>
          <p:cNvPr id="14" name="灯片编号占位符 13"/>
          <p:cNvSpPr>
            <a:spLocks noGrp="1"/>
          </p:cNvSpPr>
          <p:nvPr>
            <p:ph type="sldNum" sz="quarter" idx="16"/>
            <p:custDataLst>
              <p:tags r:id="rId9"/>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chorCtr="0">
            <a:normAutofit/>
          </a:bodyPr>
          <a:lstStyle>
            <a:lvl1pPr>
              <a:defRPr lang="zh-CN" altLang="en-US" dirty="0"/>
            </a:lvl1pPr>
          </a:lstStyle>
          <a:p>
            <a:pPr lvl="0"/>
            <a:r>
              <a:rPr lang="zh-CN" altLang="en-US" dirty="0"/>
              <a:t>单击此处编辑母版标题样式</a:t>
            </a:r>
            <a:endParaRPr lang="zh-CN" altLang="en-US" dirty="0"/>
          </a:p>
        </p:txBody>
      </p:sp>
      <p:sp>
        <p:nvSpPr>
          <p:cNvPr id="3" name="内容占位符 2"/>
          <p:cNvSpPr>
            <a:spLocks noGrp="1"/>
          </p:cNvSpPr>
          <p:nvPr>
            <p:ph sz="half" idx="1"/>
            <p:custDataLst>
              <p:tags r:id="rId3"/>
            </p:custDataLst>
          </p:nvPr>
        </p:nvSpPr>
        <p:spPr>
          <a:xfrm>
            <a:off x="695071" y="1359050"/>
            <a:ext cx="5322534" cy="4899463"/>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内容占位符 3"/>
          <p:cNvSpPr>
            <a:spLocks noGrp="1"/>
          </p:cNvSpPr>
          <p:nvPr>
            <p:ph sz="half" idx="2"/>
            <p:custDataLst>
              <p:tags r:id="rId4"/>
            </p:custDataLst>
          </p:nvPr>
        </p:nvSpPr>
        <p:spPr>
          <a:xfrm>
            <a:off x="6169950" y="1359050"/>
            <a:ext cx="5320659" cy="4899463"/>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8" name="日期占位符 7"/>
          <p:cNvSpPr>
            <a:spLocks noGrp="1"/>
          </p:cNvSpPr>
          <p:nvPr>
            <p:ph type="dt" sz="half" idx="10"/>
            <p:custDataLst>
              <p:tags r:id="rId5"/>
            </p:custDataLst>
          </p:nvPr>
        </p:nvSpPr>
        <p:spPr/>
        <p:txBody>
          <a:bodyPr/>
          <a:lstStyle/>
          <a:p>
            <a:fld id="{5592522B-0F24-4480-B9DD-A9474A6880D6}" type="datetimeFigureOut">
              <a:rPr lang="zh-CN" altLang="en-US" smtClean="0"/>
            </a:fld>
            <a:endParaRPr lang="zh-CN" altLang="en-US" dirty="0"/>
          </a:p>
        </p:txBody>
      </p:sp>
      <p:sp>
        <p:nvSpPr>
          <p:cNvPr id="9" name="页脚占位符 8"/>
          <p:cNvSpPr>
            <a:spLocks noGrp="1"/>
          </p:cNvSpPr>
          <p:nvPr>
            <p:ph type="ftr" sz="quarter" idx="11"/>
            <p:custDataLst>
              <p:tags r:id="rId6"/>
            </p:custDataLst>
          </p:nvPr>
        </p:nvSpPr>
        <p:spPr/>
        <p:txBody>
          <a:bodyPr/>
          <a:lstStyle/>
          <a:p>
            <a:endParaRPr lang="zh-CN" altLang="en-US"/>
          </a:p>
        </p:txBody>
      </p:sp>
      <p:sp>
        <p:nvSpPr>
          <p:cNvPr id="10" name="灯片编号占位符 9"/>
          <p:cNvSpPr>
            <a:spLocks noGrp="1"/>
          </p:cNvSpPr>
          <p:nvPr>
            <p:ph type="sldNum" sz="quarter" idx="12"/>
            <p:custDataLst>
              <p:tags r:id="rId7"/>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custDataLst>
              <p:tags r:id="rId2"/>
            </p:custDataLst>
          </p:nvPr>
        </p:nvSpPr>
        <p:spPr>
          <a:xfrm>
            <a:off x="695072" y="1359050"/>
            <a:ext cx="5300317"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endParaRPr lang="zh-CN" altLang="en-US" dirty="0"/>
          </a:p>
        </p:txBody>
      </p:sp>
      <p:sp>
        <p:nvSpPr>
          <p:cNvPr id="4" name="内容占位符 3"/>
          <p:cNvSpPr>
            <a:spLocks noGrp="1"/>
          </p:cNvSpPr>
          <p:nvPr>
            <p:ph sz="half" idx="2"/>
            <p:custDataLst>
              <p:tags r:id="rId3"/>
            </p:custDataLst>
          </p:nvPr>
        </p:nvSpPr>
        <p:spPr>
          <a:xfrm>
            <a:off x="695072" y="2143689"/>
            <a:ext cx="5300317" cy="4126883"/>
          </a:xfrm>
        </p:spPr>
        <p:txBody>
          <a:bodyPr wrap="square">
            <a:normAutofit/>
          </a:bodyPr>
          <a:lstStyle>
            <a:lvl1pPr>
              <a:defRPr sz="2255"/>
            </a:lvl1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5" name="文本占位符 4"/>
          <p:cNvSpPr>
            <a:spLocks noGrp="1"/>
          </p:cNvSpPr>
          <p:nvPr>
            <p:ph type="body" sz="quarter" idx="3"/>
            <p:custDataLst>
              <p:tags r:id="rId4"/>
            </p:custDataLst>
          </p:nvPr>
        </p:nvSpPr>
        <p:spPr>
          <a:xfrm>
            <a:off x="6169950" y="1359050"/>
            <a:ext cx="5327295"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endParaRPr lang="zh-CN" altLang="en-US" dirty="0"/>
          </a:p>
        </p:txBody>
      </p:sp>
      <p:sp>
        <p:nvSpPr>
          <p:cNvPr id="6" name="内容占位符 5"/>
          <p:cNvSpPr>
            <a:spLocks noGrp="1"/>
          </p:cNvSpPr>
          <p:nvPr>
            <p:ph sz="quarter" idx="4"/>
            <p:custDataLst>
              <p:tags r:id="rId5"/>
            </p:custDataLst>
          </p:nvPr>
        </p:nvSpPr>
        <p:spPr>
          <a:xfrm>
            <a:off x="6169950" y="2143689"/>
            <a:ext cx="5327295" cy="4126883"/>
          </a:xfrm>
        </p:spPr>
        <p:txBody>
          <a:bodyPr wrap="square">
            <a:normAutofit/>
          </a:bodyPr>
          <a:lstStyle>
            <a:lvl1pPr>
              <a:defRPr sz="2255"/>
            </a:lvl1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10" name="日期占位符 9"/>
          <p:cNvSpPr>
            <a:spLocks noGrp="1"/>
          </p:cNvSpPr>
          <p:nvPr>
            <p:ph type="dt" sz="half" idx="10"/>
            <p:custDataLst>
              <p:tags r:id="rId6"/>
            </p:custDataLst>
          </p:nvPr>
        </p:nvSpPr>
        <p:spPr/>
        <p:txBody>
          <a:bodyPr/>
          <a:lstStyle/>
          <a:p>
            <a:fld id="{5592522B-0F24-4480-B9DD-A9474A6880D6}" type="datetimeFigureOut">
              <a:rPr lang="zh-CN" altLang="en-US" smtClean="0"/>
            </a:fld>
            <a:endParaRPr lang="zh-CN" altLang="en-US" dirty="0"/>
          </a:p>
        </p:txBody>
      </p:sp>
      <p:sp>
        <p:nvSpPr>
          <p:cNvPr id="11" name="页脚占位符 10"/>
          <p:cNvSpPr>
            <a:spLocks noGrp="1"/>
          </p:cNvSpPr>
          <p:nvPr>
            <p:ph type="ftr" sz="quarter" idx="11"/>
            <p:custDataLst>
              <p:tags r:id="rId7"/>
            </p:custDataLst>
          </p:nvPr>
        </p:nvSpPr>
        <p:spPr/>
        <p:txBody>
          <a:bodyPr/>
          <a:lstStyle/>
          <a:p>
            <a:endParaRPr lang="zh-CN" altLang="en-US"/>
          </a:p>
        </p:txBody>
      </p:sp>
      <p:sp>
        <p:nvSpPr>
          <p:cNvPr id="12" name="灯片编号占位符 11"/>
          <p:cNvSpPr>
            <a:spLocks noGrp="1"/>
          </p:cNvSpPr>
          <p:nvPr>
            <p:ph type="sldNum" sz="quarter" idx="12"/>
            <p:custDataLst>
              <p:tags r:id="rId8"/>
            </p:custDataLst>
          </p:nvPr>
        </p:nvSpPr>
        <p:spPr/>
        <p:txBody>
          <a:bodyPr/>
          <a:lstStyle/>
          <a:p>
            <a:fld id="{BE5F26B5-172A-4DC2-B0B7-181CFC56B87C}" type="slidenum">
              <a:rPr lang="zh-CN" altLang="en-US" smtClean="0"/>
            </a:fld>
            <a:endParaRPr lang="zh-CN" altLang="en-US" dirty="0"/>
          </a:p>
        </p:txBody>
      </p:sp>
      <p:sp>
        <p:nvSpPr>
          <p:cNvPr id="13" name="标题 12"/>
          <p:cNvSpPr>
            <a:spLocks noGrp="1"/>
          </p:cNvSpPr>
          <p:nvPr>
            <p:ph type="title"/>
            <p:custDataLst>
              <p:tags r:id="rId9"/>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2"/>
          <p:cNvSpPr>
            <a:spLocks noGrp="1"/>
          </p:cNvSpPr>
          <p:nvPr>
            <p:ph idx="1"/>
            <p:custDataLst>
              <p:tags r:id="rId2"/>
            </p:custDataLst>
          </p:nvPr>
        </p:nvSpPr>
        <p:spPr>
          <a:xfrm>
            <a:off x="695071" y="443034"/>
            <a:ext cx="10802173" cy="5815479"/>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4"/>
            </p:custDataLst>
          </p:nvPr>
        </p:nvSpPr>
        <p:spPr/>
        <p:txBody>
          <a:bodyPr/>
          <a:lstStyle/>
          <a:p>
            <a:endParaRPr lang="zh-CN" altLang="en-US"/>
          </a:p>
        </p:txBody>
      </p:sp>
      <p:sp>
        <p:nvSpPr>
          <p:cNvPr id="6"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071" y="1378693"/>
            <a:ext cx="10802173" cy="575790"/>
          </a:xfrm>
        </p:spPr>
        <p:txBody>
          <a:bodyPr wrap="square" anchor="t">
            <a:normAutofit/>
          </a:bodyPr>
          <a:lstStyle>
            <a:lvl1pPr marL="0" indent="0">
              <a:buNone/>
              <a:defRPr sz="2455" b="0"/>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r>
              <a:rPr lang="zh-CN" altLang="en-US" dirty="0"/>
              <a:t>单击此处编辑母版副标题样式</a:t>
            </a:r>
            <a:endParaRPr lang="zh-CN" altLang="en-US" dirty="0"/>
          </a:p>
        </p:txBody>
      </p:sp>
      <p:sp>
        <p:nvSpPr>
          <p:cNvPr id="7" name="日期占位符 6"/>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4"/>
            </p:custDataLst>
          </p:nvPr>
        </p:nvSpPr>
        <p:spPr/>
        <p:txBody>
          <a:bodyPr/>
          <a:lstStyle/>
          <a:p>
            <a:endParaRPr lang="zh-CN" altLang="en-US"/>
          </a:p>
        </p:txBody>
      </p:sp>
      <p:sp>
        <p:nvSpPr>
          <p:cNvPr id="9" name="灯片编号占位符 8"/>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4" name="标题 3"/>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7" name="任意多边形: 形状 6"/>
          <p:cNvSpPr/>
          <p:nvPr userDrawn="1">
            <p:custDataLst>
              <p:tags r:id="rId2"/>
            </p:custDataLst>
          </p:nvPr>
        </p:nvSpPr>
        <p:spPr>
          <a:xfrm>
            <a:off x="6214960" y="937752"/>
            <a:ext cx="5595525" cy="5915283"/>
          </a:xfrm>
          <a:custGeom>
            <a:avLst/>
            <a:gdLst>
              <a:gd name="connsiteX0" fmla="*/ 3604196 w 5597566"/>
              <a:gd name="connsiteY0" fmla="*/ 127 h 5917440"/>
              <a:gd name="connsiteX1" fmla="*/ 5020674 w 5597566"/>
              <a:gd name="connsiteY1" fmla="*/ 776538 h 5917440"/>
              <a:gd name="connsiteX2" fmla="*/ 5376373 w 5597566"/>
              <a:gd name="connsiteY2" fmla="*/ 1444944 h 5917440"/>
              <a:gd name="connsiteX3" fmla="*/ 5557177 w 5597566"/>
              <a:gd name="connsiteY3" fmla="*/ 2184215 h 5917440"/>
              <a:gd name="connsiteX4" fmla="*/ 5545132 w 5597566"/>
              <a:gd name="connsiteY4" fmla="*/ 3578297 h 5917440"/>
              <a:gd name="connsiteX5" fmla="*/ 5202018 w 5597566"/>
              <a:gd name="connsiteY5" fmla="*/ 4624938 h 5917440"/>
              <a:gd name="connsiteX6" fmla="*/ 4250176 w 5597566"/>
              <a:gd name="connsiteY6" fmla="*/ 5603523 h 5917440"/>
              <a:gd name="connsiteX7" fmla="*/ 2275095 w 5597566"/>
              <a:gd name="connsiteY7" fmla="*/ 5916586 h 5917440"/>
              <a:gd name="connsiteX8" fmla="*/ 1243715 w 5597566"/>
              <a:gd name="connsiteY8" fmla="*/ 5698027 h 5917440"/>
              <a:gd name="connsiteX9" fmla="*/ 473239 w 5597566"/>
              <a:gd name="connsiteY9" fmla="*/ 4857811 h 5917440"/>
              <a:gd name="connsiteX10" fmla="*/ 2965 w 5597566"/>
              <a:gd name="connsiteY10" fmla="*/ 3098601 h 5917440"/>
              <a:gd name="connsiteX11" fmla="*/ 230813 w 5597566"/>
              <a:gd name="connsiteY11" fmla="*/ 1734249 h 5917440"/>
              <a:gd name="connsiteX12" fmla="*/ 812883 w 5597566"/>
              <a:gd name="connsiteY12" fmla="*/ 1085274 h 5917440"/>
              <a:gd name="connsiteX13" fmla="*/ 1676967 w 5597566"/>
              <a:gd name="connsiteY13" fmla="*/ 805643 h 5917440"/>
              <a:gd name="connsiteX14" fmla="*/ 2325887 w 5597566"/>
              <a:gd name="connsiteY14" fmla="*/ 463589 h 5917440"/>
              <a:gd name="connsiteX15" fmla="*/ 3063384 w 5597566"/>
              <a:gd name="connsiteY15" fmla="*/ 102968 h 5917440"/>
              <a:gd name="connsiteX16" fmla="*/ 3604196 w 5597566"/>
              <a:gd name="connsiteY16" fmla="*/ 127 h 5917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597566" h="5917440">
                <a:moveTo>
                  <a:pt x="3604196" y="127"/>
                </a:moveTo>
                <a:cubicBezTo>
                  <a:pt x="4143157" y="-6764"/>
                  <a:pt x="4661253" y="268656"/>
                  <a:pt x="5020674" y="776538"/>
                </a:cubicBezTo>
                <a:cubicBezTo>
                  <a:pt x="5168497" y="981494"/>
                  <a:pt x="5331334" y="1331311"/>
                  <a:pt x="5376373" y="1444944"/>
                </a:cubicBezTo>
                <a:cubicBezTo>
                  <a:pt x="5421411" y="1558578"/>
                  <a:pt x="5504481" y="1740109"/>
                  <a:pt x="5557177" y="2184215"/>
                </a:cubicBezTo>
                <a:cubicBezTo>
                  <a:pt x="5609665" y="2627494"/>
                  <a:pt x="5616351" y="3186831"/>
                  <a:pt x="5545132" y="3578297"/>
                </a:cubicBezTo>
                <a:cubicBezTo>
                  <a:pt x="5473912" y="3969764"/>
                  <a:pt x="5394269" y="4263968"/>
                  <a:pt x="5202018" y="4624938"/>
                </a:cubicBezTo>
                <a:cubicBezTo>
                  <a:pt x="5009767" y="4985909"/>
                  <a:pt x="4703629" y="5471999"/>
                  <a:pt x="4250176" y="5603523"/>
                </a:cubicBezTo>
                <a:cubicBezTo>
                  <a:pt x="3536157" y="5811445"/>
                  <a:pt x="2766119" y="5928695"/>
                  <a:pt x="2275095" y="5916586"/>
                </a:cubicBezTo>
                <a:cubicBezTo>
                  <a:pt x="1784072" y="5904476"/>
                  <a:pt x="1514679" y="5867884"/>
                  <a:pt x="1243715" y="5698027"/>
                </a:cubicBezTo>
                <a:cubicBezTo>
                  <a:pt x="972750" y="5528171"/>
                  <a:pt x="727468" y="5320256"/>
                  <a:pt x="473239" y="4857811"/>
                </a:cubicBezTo>
                <a:cubicBezTo>
                  <a:pt x="219012" y="4395366"/>
                  <a:pt x="30316" y="3702028"/>
                  <a:pt x="2965" y="3098601"/>
                </a:cubicBezTo>
                <a:cubicBezTo>
                  <a:pt x="-24592" y="2494347"/>
                  <a:pt x="146889" y="1926640"/>
                  <a:pt x="230813" y="1734249"/>
                </a:cubicBezTo>
                <a:cubicBezTo>
                  <a:pt x="314738" y="1541857"/>
                  <a:pt x="467003" y="1260322"/>
                  <a:pt x="812883" y="1085274"/>
                </a:cubicBezTo>
                <a:cubicBezTo>
                  <a:pt x="1157935" y="910432"/>
                  <a:pt x="1292205" y="948179"/>
                  <a:pt x="1676967" y="805643"/>
                </a:cubicBezTo>
                <a:cubicBezTo>
                  <a:pt x="1902150" y="724878"/>
                  <a:pt x="2122194" y="591756"/>
                  <a:pt x="2325887" y="463589"/>
                </a:cubicBezTo>
                <a:cubicBezTo>
                  <a:pt x="2636399" y="263066"/>
                  <a:pt x="2810049" y="197787"/>
                  <a:pt x="3063384" y="102968"/>
                </a:cubicBezTo>
                <a:cubicBezTo>
                  <a:pt x="3242571" y="36089"/>
                  <a:pt x="3424543" y="2424"/>
                  <a:pt x="3604196" y="127"/>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9" name="图片 8"/>
          <p:cNvPicPr>
            <a:picLocks noChangeAspect="1"/>
          </p:cNvPicPr>
          <p:nvPr userDrawn="1">
            <p:custDataLst>
              <p:tags r:id="rId3"/>
            </p:custDataLst>
          </p:nvPr>
        </p:nvPicPr>
        <p:blipFill rotWithShape="1">
          <a:blip r:embed="rId4" cstate="print">
            <a:extLst>
              <a:ext uri="{28A0092B-C50C-407E-A947-70E740481C1C}">
                <a14:useLocalDpi xmlns:a14="http://schemas.microsoft.com/office/drawing/2010/main" val="0"/>
              </a:ext>
            </a:extLst>
          </a:blip>
          <a:srcRect l="16256" t="-1" r="15418" b="631"/>
          <a:stretch>
            <a:fillRect/>
          </a:stretch>
        </p:blipFill>
        <p:spPr>
          <a:xfrm>
            <a:off x="5988406" y="2504807"/>
            <a:ext cx="5415210" cy="4430684"/>
          </a:xfrm>
          <a:prstGeom prst="rect">
            <a:avLst/>
          </a:prstGeom>
        </p:spPr>
      </p:pic>
      <p:sp>
        <p:nvSpPr>
          <p:cNvPr id="2" name="标题 1"/>
          <p:cNvSpPr>
            <a:spLocks noGrp="1"/>
          </p:cNvSpPr>
          <p:nvPr>
            <p:ph type="ctrTitle" hasCustomPrompt="1"/>
            <p:custDataLst>
              <p:tags r:id="rId5"/>
            </p:custDataLst>
          </p:nvPr>
        </p:nvSpPr>
        <p:spPr>
          <a:xfrm>
            <a:off x="695071" y="1387615"/>
            <a:ext cx="5398706" cy="2151865"/>
          </a:xfrm>
        </p:spPr>
        <p:txBody>
          <a:bodyPr wrap="square" anchor="b" anchorCtr="0">
            <a:normAutofit/>
          </a:bodyPr>
          <a:lstStyle>
            <a:lvl1pPr algn="l">
              <a:lnSpc>
                <a:spcPct val="100000"/>
              </a:lnSpc>
              <a:defRPr sz="5530"/>
            </a:lvl1pPr>
          </a:lstStyle>
          <a:p>
            <a:r>
              <a:rPr lang="zh-CN" altLang="en-US" dirty="0"/>
              <a:t>编辑母版标题</a:t>
            </a:r>
            <a:endParaRPr lang="zh-CN" altLang="en-US" dirty="0"/>
          </a:p>
        </p:txBody>
      </p:sp>
      <p:sp>
        <p:nvSpPr>
          <p:cNvPr id="4" name="日期占位符 3"/>
          <p:cNvSpPr>
            <a:spLocks noGrp="1"/>
          </p:cNvSpPr>
          <p:nvPr>
            <p:ph type="dt" sz="half" idx="10"/>
            <p:custDataLst>
              <p:tags r:id="rId6"/>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7"/>
            </p:custDataLst>
          </p:nvPr>
        </p:nvSpPr>
        <p:spPr/>
        <p:txBody>
          <a:bodyPr/>
          <a:lstStyle/>
          <a:p>
            <a:endParaRPr lang="zh-CN" altLang="en-US"/>
          </a:p>
        </p:txBody>
      </p:sp>
      <p:sp>
        <p:nvSpPr>
          <p:cNvPr id="6" name="灯片编号占位符 5"/>
          <p:cNvSpPr>
            <a:spLocks noGrp="1"/>
          </p:cNvSpPr>
          <p:nvPr>
            <p:ph type="sldNum" sz="quarter" idx="12"/>
            <p:custDataLst>
              <p:tags r:id="rId8"/>
            </p:custDataLst>
          </p:nvPr>
        </p:nvSpPr>
        <p:spPr>
          <a:xfrm>
            <a:off x="8607461" y="6437198"/>
            <a:ext cx="2742200" cy="364992"/>
          </a:xfrm>
        </p:spPr>
        <p:txBody>
          <a:bodyPr wrap="square">
            <a:normAutofit/>
          </a:bodyPr>
          <a:lstStyle/>
          <a:p>
            <a:fld id="{BE5F26B5-172A-4DC2-B0B7-181CFC56B87C}" type="slidenum">
              <a:rPr lang="zh-CN" altLang="en-US" smtClean="0"/>
            </a:fld>
            <a:endParaRPr lang="zh-CN" altLang="en-US"/>
          </a:p>
        </p:txBody>
      </p:sp>
      <p:sp>
        <p:nvSpPr>
          <p:cNvPr id="24" name="文本占位符 23"/>
          <p:cNvSpPr>
            <a:spLocks noGrp="1"/>
          </p:cNvSpPr>
          <p:nvPr>
            <p:ph type="body" sz="quarter" idx="17" hasCustomPrompt="1"/>
            <p:custDataLst>
              <p:tags r:id="rId9"/>
            </p:custDataLst>
          </p:nvPr>
        </p:nvSpPr>
        <p:spPr>
          <a:xfrm>
            <a:off x="701744" y="3822586"/>
            <a:ext cx="2878950" cy="579389"/>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a:solidFill>
                  <a:schemeClr val="lt1">
                    <a:lumMod val="100000"/>
                  </a:schemeClr>
                </a:solidFill>
              </a:defRPr>
            </a:lvl1pPr>
          </a:lstStyle>
          <a:p>
            <a:r>
              <a:rPr lang="zh-CN" altLang="en-US" dirty="0"/>
              <a:t>署名</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5.pn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3.xml"/><Relationship Id="rId8" Type="http://schemas.openxmlformats.org/officeDocument/2006/relationships/slideLayout" Target="../slideLayouts/slideLayout22.xml"/><Relationship Id="rId7" Type="http://schemas.openxmlformats.org/officeDocument/2006/relationships/slideLayout" Target="../slideLayouts/slideLayout21.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 Id="rId3" Type="http://schemas.openxmlformats.org/officeDocument/2006/relationships/slideLayout" Target="../slideLayouts/slideLayout17.xml"/><Relationship Id="rId2" Type="http://schemas.openxmlformats.org/officeDocument/2006/relationships/slideLayout" Target="../slideLayouts/slideLayout16.xml"/><Relationship Id="rId12" Type="http://schemas.openxmlformats.org/officeDocument/2006/relationships/theme" Target="../theme/theme2.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4.xml"/><Relationship Id="rId8" Type="http://schemas.openxmlformats.org/officeDocument/2006/relationships/slideLayout" Target="../slideLayouts/slideLayout33.xml"/><Relationship Id="rId7" Type="http://schemas.openxmlformats.org/officeDocument/2006/relationships/slideLayout" Target="../slideLayouts/slideLayout32.xml"/><Relationship Id="rId6" Type="http://schemas.openxmlformats.org/officeDocument/2006/relationships/slideLayout" Target="../slideLayouts/slideLayout31.xml"/><Relationship Id="rId5" Type="http://schemas.openxmlformats.org/officeDocument/2006/relationships/slideLayout" Target="../slideLayouts/slideLayout30.xml"/><Relationship Id="rId4" Type="http://schemas.openxmlformats.org/officeDocument/2006/relationships/slideLayout" Target="../slideLayouts/slideLayout29.xml"/><Relationship Id="rId3" Type="http://schemas.openxmlformats.org/officeDocument/2006/relationships/slideLayout" Target="../slideLayouts/slideLayout28.xml"/><Relationship Id="rId2" Type="http://schemas.openxmlformats.org/officeDocument/2006/relationships/slideLayout" Target="../slideLayouts/slideLayout27.xml"/><Relationship Id="rId16" Type="http://schemas.openxmlformats.org/officeDocument/2006/relationships/theme" Target="../theme/theme3.xml"/><Relationship Id="rId15" Type="http://schemas.openxmlformats.org/officeDocument/2006/relationships/image" Target="../media/image5.png"/><Relationship Id="rId14" Type="http://schemas.openxmlformats.org/officeDocument/2006/relationships/slideLayout" Target="../slideLayouts/slideLayout39.xml"/><Relationship Id="rId13" Type="http://schemas.openxmlformats.org/officeDocument/2006/relationships/slideLayout" Target="../slideLayouts/slideLayout38.xml"/><Relationship Id="rId12" Type="http://schemas.openxmlformats.org/officeDocument/2006/relationships/slideLayout" Target="../slideLayouts/slideLayout37.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48.xml"/><Relationship Id="rId8" Type="http://schemas.openxmlformats.org/officeDocument/2006/relationships/slideLayout" Target="../slideLayouts/slideLayout47.xml"/><Relationship Id="rId7" Type="http://schemas.openxmlformats.org/officeDocument/2006/relationships/slideLayout" Target="../slideLayouts/slideLayout46.xml"/><Relationship Id="rId6" Type="http://schemas.openxmlformats.org/officeDocument/2006/relationships/slideLayout" Target="../slideLayouts/slideLayout45.xml"/><Relationship Id="rId5" Type="http://schemas.openxmlformats.org/officeDocument/2006/relationships/slideLayout" Target="../slideLayouts/slideLayout44.xml"/><Relationship Id="rId4" Type="http://schemas.openxmlformats.org/officeDocument/2006/relationships/slideLayout" Target="../slideLayouts/slideLayout43.xml"/><Relationship Id="rId3" Type="http://schemas.openxmlformats.org/officeDocument/2006/relationships/slideLayout" Target="../slideLayouts/slideLayout42.xml"/><Relationship Id="rId2" Type="http://schemas.openxmlformats.org/officeDocument/2006/relationships/slideLayout" Target="../slideLayouts/slideLayout41.xml"/><Relationship Id="rId18" Type="http://schemas.openxmlformats.org/officeDocument/2006/relationships/theme" Target="../theme/theme4.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tags" Target="../tags/tag71.xml"/><Relationship Id="rId11" Type="http://schemas.openxmlformats.org/officeDocument/2006/relationships/slideLayout" Target="../slideLayouts/slideLayout50.xml"/><Relationship Id="rId10" Type="http://schemas.openxmlformats.org/officeDocument/2006/relationships/slideLayout" Target="../slideLayouts/slideLayout49.xml"/><Relationship Id="rId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2050" name="文本占位符 2"/>
          <p:cNvSpPr>
            <a:spLocks noGrp="1"/>
          </p:cNvSpPr>
          <p:nvPr>
            <p:ph type="body"/>
          </p:nvPr>
        </p:nvSpPr>
        <p:spPr>
          <a:xfrm>
            <a:off x="609600" y="1638300"/>
            <a:ext cx="10968038" cy="463391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609600" y="6507163"/>
            <a:ext cx="2843213" cy="374650"/>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3"/>
          </p:nvPr>
        </p:nvSpPr>
        <p:spPr>
          <a:xfrm>
            <a:off x="4164013" y="6507163"/>
            <a:ext cx="3859213" cy="374650"/>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panose="020B0604020202020204" pitchFamily="34" charset="0"/>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4"/>
          </p:nvPr>
        </p:nvSpPr>
        <p:spPr>
          <a:xfrm>
            <a:off x="8734425" y="6507163"/>
            <a:ext cx="2843213" cy="374650"/>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defRPr>
      </a:lvl2pPr>
      <a:lvl3pPr algn="ctr" rtl="0" eaLnBrk="0" fontAlgn="base" hangingPunct="0">
        <a:spcBef>
          <a:spcPct val="0"/>
        </a:spcBef>
        <a:spcAft>
          <a:spcPct val="0"/>
        </a:spcAft>
        <a:defRPr sz="4400">
          <a:solidFill>
            <a:schemeClr val="tx1"/>
          </a:solidFill>
          <a:latin typeface="Calibri" panose="020F0502020204030204" pitchFamily="34" charset="0"/>
        </a:defRPr>
      </a:lvl3pPr>
      <a:lvl4pPr algn="ctr" rtl="0" eaLnBrk="0" fontAlgn="base" hangingPunct="0">
        <a:spcBef>
          <a:spcPct val="0"/>
        </a:spcBef>
        <a:spcAft>
          <a:spcPct val="0"/>
        </a:spcAft>
        <a:defRPr sz="4400">
          <a:solidFill>
            <a:schemeClr val="tx1"/>
          </a:solidFill>
          <a:latin typeface="Calibri" panose="020F0502020204030204" pitchFamily="34" charset="0"/>
        </a:defRPr>
      </a:lvl4pPr>
      <a:lvl5pPr algn="ctr" rtl="0" eaLnBrk="0" fontAlgn="base" hangingPunct="0">
        <a:spcBef>
          <a:spcPct val="0"/>
        </a:spcBef>
        <a:spcAft>
          <a:spcPct val="0"/>
        </a:spcAft>
        <a:defRPr sz="4400">
          <a:solidFill>
            <a:schemeClr val="tx1"/>
          </a:solidFill>
          <a:latin typeface="Calibri" panose="020F0502020204030204" pitchFamily="34" charset="0"/>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94547" y="443034"/>
            <a:ext cx="10796063" cy="719738"/>
          </a:xfrm>
          <a:prstGeom prst="rect">
            <a:avLst/>
          </a:prstGeom>
        </p:spPr>
        <p:txBody>
          <a:bodyPr vert="horz" wrap="square" lIns="0" tIns="0" rIns="0" bIns="0" rtlCol="0" anchor="b"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95071" y="1366032"/>
            <a:ext cx="10797412" cy="4892796"/>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2"/>
            <p:custDataLst>
              <p:tags r:id="rId14"/>
            </p:custDataLst>
          </p:nvPr>
        </p:nvSpPr>
        <p:spPr>
          <a:xfrm>
            <a:off x="695071" y="6437198"/>
            <a:ext cx="2885023" cy="364992"/>
          </a:xfrm>
          <a:prstGeom prst="rect">
            <a:avLst/>
          </a:prstGeom>
        </p:spPr>
        <p:txBody>
          <a:bodyPr vert="horz" wrap="square" lIns="0" tIns="0" rIns="0" bIns="0" rtlCol="0" anchor="ctr">
            <a:normAutofit/>
          </a:bodyPr>
          <a:lstStyle>
            <a:lvl1pPr algn="l">
              <a:defRPr sz="1230">
                <a:solidFill>
                  <a:schemeClr val="tx1">
                    <a:tint val="75000"/>
                  </a:schemeClr>
                </a:solidFill>
              </a:defRPr>
            </a:lvl1pPr>
          </a:lstStyle>
          <a:p>
            <a:fld id="{5592522B-0F24-4480-B9DD-A9474A6880D6}" type="datetimeFigureOut">
              <a:rPr lang="zh-CN" altLang="en-US" smtClean="0"/>
            </a:fld>
            <a:endParaRPr lang="zh-CN" altLang="en-US" dirty="0"/>
          </a:p>
        </p:txBody>
      </p:sp>
      <p:sp>
        <p:nvSpPr>
          <p:cNvPr id="5" name="页脚占位符 4"/>
          <p:cNvSpPr>
            <a:spLocks noGrp="1"/>
          </p:cNvSpPr>
          <p:nvPr>
            <p:ph type="ftr" sz="quarter" idx="3"/>
            <p:custDataLst>
              <p:tags r:id="rId15"/>
            </p:custDataLst>
          </p:nvPr>
        </p:nvSpPr>
        <p:spPr>
          <a:xfrm>
            <a:off x="4037128" y="6437198"/>
            <a:ext cx="4113300" cy="364992"/>
          </a:xfrm>
          <a:prstGeom prst="rect">
            <a:avLst/>
          </a:prstGeom>
        </p:spPr>
        <p:txBody>
          <a:bodyPr vert="horz" lIns="0" tIns="0" rIns="0" bIns="0" rtlCol="0" anchor="ctr"/>
          <a:lstStyle>
            <a:lvl1pPr algn="ctr">
              <a:defRPr sz="1230">
                <a:solidFill>
                  <a:schemeClr val="tx1">
                    <a:tint val="75000"/>
                  </a:schemeClr>
                </a:solidFill>
              </a:defRPr>
            </a:lvl1pPr>
          </a:lstStyle>
          <a:p>
            <a:endParaRPr lang="zh-CN" altLang="en-US"/>
          </a:p>
        </p:txBody>
      </p:sp>
      <p:sp>
        <p:nvSpPr>
          <p:cNvPr id="6" name="灯片编号占位符 5"/>
          <p:cNvSpPr>
            <a:spLocks noGrp="1"/>
          </p:cNvSpPr>
          <p:nvPr>
            <p:ph type="sldNum" sz="quarter" idx="4"/>
            <p:custDataLst>
              <p:tags r:id="rId16"/>
            </p:custDataLst>
          </p:nvPr>
        </p:nvSpPr>
        <p:spPr>
          <a:xfrm>
            <a:off x="8607461" y="6437198"/>
            <a:ext cx="2883148" cy="364992"/>
          </a:xfrm>
          <a:prstGeom prst="rect">
            <a:avLst/>
          </a:prstGeom>
        </p:spPr>
        <p:txBody>
          <a:bodyPr vert="horz" wrap="square" lIns="0" tIns="0" rIns="0" bIns="0" rtlCol="0" anchor="ctr">
            <a:normAutofit/>
          </a:bodyPr>
          <a:lstStyle>
            <a:lvl1pPr algn="r">
              <a:defRPr sz="1230">
                <a:solidFill>
                  <a:schemeClr val="tx1">
                    <a:tint val="75000"/>
                  </a:schemeClr>
                </a:solidFill>
              </a:defRPr>
            </a:lvl1pPr>
          </a:lstStyle>
          <a:p>
            <a:fld id="{BE5F26B5-172A-4DC2-B0B7-181CFC56B87C}" type="slidenum">
              <a:rPr lang="zh-CN" altLang="en-US" smtClean="0"/>
            </a:fld>
            <a:endParaRPr lang="zh-CN" altLang="en-US" dirty="0"/>
          </a:p>
        </p:txBody>
      </p:sp>
      <p:sp>
        <p:nvSpPr>
          <p:cNvPr id="8" name="KSO_TEMPLATE" hidden="1"/>
          <p:cNvSpPr/>
          <p:nvPr userDrawn="1">
            <p:custDataLst>
              <p:tags r:id="rId17"/>
            </p:custDataLst>
          </p:nvPr>
        </p:nvSpPr>
        <p:spPr>
          <a:xfrm>
            <a:off x="0" y="83165"/>
            <a:ext cx="0" cy="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800"/>
          </a:p>
        </p:txBody>
      </p:sp>
    </p:spTree>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35990" rtl="0" eaLnBrk="1" latinLnBrk="0" hangingPunct="1">
        <a:lnSpc>
          <a:spcPct val="100000"/>
        </a:lnSpc>
        <a:spcBef>
          <a:spcPct val="0"/>
        </a:spcBef>
        <a:buNone/>
        <a:defRPr sz="3275" b="1" kern="1200">
          <a:solidFill>
            <a:schemeClr val="accent1"/>
          </a:solidFill>
          <a:latin typeface="+mj-lt"/>
          <a:ea typeface="+mj-ea"/>
          <a:cs typeface="+mj-cs"/>
        </a:defRPr>
      </a:lvl1pPr>
    </p:titleStyle>
    <p:bodyStyle>
      <a:lvl1pPr marL="234315" indent="-234315" algn="l" defTabSz="935990" rtl="0" eaLnBrk="1" latinLnBrk="0" hangingPunct="1">
        <a:lnSpc>
          <a:spcPct val="130000"/>
        </a:lnSpc>
        <a:spcBef>
          <a:spcPct val="205000"/>
        </a:spcBef>
        <a:buFont typeface="Arial" panose="020B0604020202020204" pitchFamily="34" charset="0"/>
        <a:buChar char="•"/>
        <a:defRPr sz="2455" kern="1200">
          <a:solidFill>
            <a:schemeClr val="tx1"/>
          </a:solidFill>
          <a:latin typeface="+mn-lt"/>
          <a:ea typeface="+mn-ea"/>
          <a:cs typeface="+mn-cs"/>
        </a:defRPr>
      </a:lvl1pPr>
      <a:lvl2pPr marL="551180" indent="-211455" algn="l" defTabSz="935990" rtl="0" eaLnBrk="1" latinLnBrk="0" hangingPunct="1">
        <a:lnSpc>
          <a:spcPct val="130000"/>
        </a:lnSpc>
        <a:spcBef>
          <a:spcPts val="0"/>
        </a:spcBef>
        <a:buFont typeface="Arial" panose="020B0604020202020204" pitchFamily="34" charset="0"/>
        <a:buChar char="•"/>
        <a:defRPr sz="2050" kern="1200">
          <a:solidFill>
            <a:schemeClr val="tx1">
              <a:lumMod val="65000"/>
              <a:lumOff val="35000"/>
            </a:schemeClr>
          </a:solidFill>
          <a:latin typeface="+mn-lt"/>
          <a:ea typeface="+mn-ea"/>
          <a:cs typeface="+mn-cs"/>
        </a:defRPr>
      </a:lvl2pPr>
      <a:lvl3pPr marL="817880" indent="-165735" algn="l" defTabSz="935990" rtl="0" eaLnBrk="1" latinLnBrk="0" hangingPunct="1">
        <a:lnSpc>
          <a:spcPct val="130000"/>
        </a:lnSpc>
        <a:spcBef>
          <a:spcPts val="0"/>
        </a:spcBef>
        <a:buFont typeface="Arial" panose="020B0604020202020204" pitchFamily="34" charset="0"/>
        <a:buChar char="•"/>
        <a:defRPr sz="1845" kern="1200">
          <a:solidFill>
            <a:schemeClr val="tx1">
              <a:lumMod val="65000"/>
              <a:lumOff val="35000"/>
            </a:schemeClr>
          </a:solidFill>
          <a:latin typeface="+mn-lt"/>
          <a:ea typeface="+mn-ea"/>
          <a:cs typeface="+mn-cs"/>
        </a:defRPr>
      </a:lvl3pPr>
      <a:lvl4pPr marL="1055370" indent="-153035" algn="l" defTabSz="935990" rtl="0" eaLnBrk="1" latinLnBrk="0" hangingPunct="1">
        <a:lnSpc>
          <a:spcPct val="130000"/>
        </a:lnSpc>
        <a:spcBef>
          <a:spcPts val="0"/>
        </a:spcBef>
        <a:buFont typeface="Arial" panose="020B0604020202020204" pitchFamily="34" charset="0"/>
        <a:buChar char="•"/>
        <a:defRPr sz="1640" kern="1200">
          <a:solidFill>
            <a:schemeClr val="tx1">
              <a:lumMod val="65000"/>
              <a:lumOff val="35000"/>
            </a:schemeClr>
          </a:solidFill>
          <a:latin typeface="+mn-lt"/>
          <a:ea typeface="+mn-ea"/>
          <a:cs typeface="+mn-cs"/>
        </a:defRPr>
      </a:lvl4pPr>
      <a:lvl5pPr marL="1264285" indent="-130175" algn="l" defTabSz="935990" rtl="0" eaLnBrk="1" latinLnBrk="0" hangingPunct="1">
        <a:lnSpc>
          <a:spcPct val="130000"/>
        </a:lnSpc>
        <a:spcBef>
          <a:spcPts val="0"/>
        </a:spcBef>
        <a:buFont typeface="Arial" panose="020B0604020202020204" pitchFamily="34" charset="0"/>
        <a:buChar char="•"/>
        <a:defRPr sz="1435" kern="1200">
          <a:solidFill>
            <a:schemeClr val="tx1">
              <a:lumMod val="65000"/>
              <a:lumOff val="35000"/>
            </a:schemeClr>
          </a:solidFill>
          <a:latin typeface="+mn-lt"/>
          <a:ea typeface="+mn-ea"/>
          <a:cs typeface="+mn-cs"/>
        </a:defRPr>
      </a:lvl5pPr>
      <a:lvl6pPr marL="257492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6pPr>
      <a:lvl7pPr marL="304292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7pPr>
      <a:lvl8pPr marL="351091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8pPr>
      <a:lvl9pPr marL="397891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9pPr>
    </p:bodyStyle>
    <p:otherStyle>
      <a:defPPr>
        <a:defRPr lang="zh-CN"/>
      </a:defPPr>
      <a:lvl1pPr marL="0" algn="l" defTabSz="935990" rtl="0" eaLnBrk="1" latinLnBrk="0" hangingPunct="1">
        <a:defRPr sz="1845" kern="1200">
          <a:solidFill>
            <a:schemeClr val="tx1"/>
          </a:solidFill>
          <a:latin typeface="+mn-lt"/>
          <a:ea typeface="+mn-ea"/>
          <a:cs typeface="+mn-cs"/>
        </a:defRPr>
      </a:lvl1pPr>
      <a:lvl2pPr marL="467995" algn="l" defTabSz="935990" rtl="0" eaLnBrk="1" latinLnBrk="0" hangingPunct="1">
        <a:defRPr sz="1845" kern="1200">
          <a:solidFill>
            <a:schemeClr val="tx1"/>
          </a:solidFill>
          <a:latin typeface="+mn-lt"/>
          <a:ea typeface="+mn-ea"/>
          <a:cs typeface="+mn-cs"/>
        </a:defRPr>
      </a:lvl2pPr>
      <a:lvl3pPr marL="935990" algn="l" defTabSz="935990" rtl="0" eaLnBrk="1" latinLnBrk="0" hangingPunct="1">
        <a:defRPr sz="1845" kern="1200">
          <a:solidFill>
            <a:schemeClr val="tx1"/>
          </a:solidFill>
          <a:latin typeface="+mn-lt"/>
          <a:ea typeface="+mn-ea"/>
          <a:cs typeface="+mn-cs"/>
        </a:defRPr>
      </a:lvl3pPr>
      <a:lvl4pPr marL="1404620" algn="l" defTabSz="935990" rtl="0" eaLnBrk="1" latinLnBrk="0" hangingPunct="1">
        <a:defRPr sz="1845" kern="1200">
          <a:solidFill>
            <a:schemeClr val="tx1"/>
          </a:solidFill>
          <a:latin typeface="+mn-lt"/>
          <a:ea typeface="+mn-ea"/>
          <a:cs typeface="+mn-cs"/>
        </a:defRPr>
      </a:lvl4pPr>
      <a:lvl5pPr marL="1872615" algn="l" defTabSz="935990" rtl="0" eaLnBrk="1" latinLnBrk="0" hangingPunct="1">
        <a:defRPr sz="1845" kern="1200">
          <a:solidFill>
            <a:schemeClr val="tx1"/>
          </a:solidFill>
          <a:latin typeface="+mn-lt"/>
          <a:ea typeface="+mn-ea"/>
          <a:cs typeface="+mn-cs"/>
        </a:defRPr>
      </a:lvl5pPr>
      <a:lvl6pPr marL="2340610" algn="l" defTabSz="935990" rtl="0" eaLnBrk="1" latinLnBrk="0" hangingPunct="1">
        <a:defRPr sz="1845" kern="1200">
          <a:solidFill>
            <a:schemeClr val="tx1"/>
          </a:solidFill>
          <a:latin typeface="+mn-lt"/>
          <a:ea typeface="+mn-ea"/>
          <a:cs typeface="+mn-cs"/>
        </a:defRPr>
      </a:lvl6pPr>
      <a:lvl7pPr marL="2808605" algn="l" defTabSz="935990" rtl="0" eaLnBrk="1" latinLnBrk="0" hangingPunct="1">
        <a:defRPr sz="1845" kern="1200">
          <a:solidFill>
            <a:schemeClr val="tx1"/>
          </a:solidFill>
          <a:latin typeface="+mn-lt"/>
          <a:ea typeface="+mn-ea"/>
          <a:cs typeface="+mn-cs"/>
        </a:defRPr>
      </a:lvl7pPr>
      <a:lvl8pPr marL="3276600" algn="l" defTabSz="935990" rtl="0" eaLnBrk="1" latinLnBrk="0" hangingPunct="1">
        <a:defRPr sz="1845" kern="1200">
          <a:solidFill>
            <a:schemeClr val="tx1"/>
          </a:solidFill>
          <a:latin typeface="+mn-lt"/>
          <a:ea typeface="+mn-ea"/>
          <a:cs typeface="+mn-cs"/>
        </a:defRPr>
      </a:lvl8pPr>
      <a:lvl9pPr marL="3745230" algn="l" defTabSz="935990" rtl="0" eaLnBrk="1" latinLnBrk="0" hangingPunct="1">
        <a:defRPr sz="184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85.xml"/><Relationship Id="rId8" Type="http://schemas.openxmlformats.org/officeDocument/2006/relationships/tags" Target="../tags/tag84.xml"/><Relationship Id="rId7" Type="http://schemas.openxmlformats.org/officeDocument/2006/relationships/tags" Target="../tags/tag83.xml"/><Relationship Id="rId6" Type="http://schemas.openxmlformats.org/officeDocument/2006/relationships/tags" Target="../tags/tag82.xml"/><Relationship Id="rId5" Type="http://schemas.openxmlformats.org/officeDocument/2006/relationships/tags" Target="../tags/tag81.xml"/><Relationship Id="rId4" Type="http://schemas.openxmlformats.org/officeDocument/2006/relationships/tags" Target="../tags/tag80.xml"/><Relationship Id="rId3" Type="http://schemas.openxmlformats.org/officeDocument/2006/relationships/tags" Target="../tags/tag79.xml"/><Relationship Id="rId2" Type="http://schemas.openxmlformats.org/officeDocument/2006/relationships/tags" Target="../tags/tag78.xml"/><Relationship Id="rId13" Type="http://schemas.openxmlformats.org/officeDocument/2006/relationships/slideLayout" Target="../slideLayouts/slideLayout42.xml"/><Relationship Id="rId12" Type="http://schemas.openxmlformats.org/officeDocument/2006/relationships/tags" Target="../tags/tag88.xml"/><Relationship Id="rId11" Type="http://schemas.openxmlformats.org/officeDocument/2006/relationships/tags" Target="../tags/tag87.xml"/><Relationship Id="rId10" Type="http://schemas.openxmlformats.org/officeDocument/2006/relationships/tags" Target="../tags/tag86.xml"/><Relationship Id="rId1" Type="http://schemas.openxmlformats.org/officeDocument/2006/relationships/tags" Target="../tags/tag7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9.xml"/></Relationships>
</file>

<file path=ppt/slides/_rels/slide4.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3" Type="http://schemas.openxmlformats.org/officeDocument/2006/relationships/slideLayout" Target="../slideLayouts/slideLayout42.xml"/><Relationship Id="rId12" Type="http://schemas.openxmlformats.org/officeDocument/2006/relationships/tags" Target="../tags/tag101.xml"/><Relationship Id="rId11" Type="http://schemas.openxmlformats.org/officeDocument/2006/relationships/tags" Target="../tags/tag100.xml"/><Relationship Id="rId10" Type="http://schemas.openxmlformats.org/officeDocument/2006/relationships/tags" Target="../tags/tag99.xml"/><Relationship Id="rId1" Type="http://schemas.openxmlformats.org/officeDocument/2006/relationships/tags" Target="../tags/tag90.xml"/></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9" Type="http://schemas.openxmlformats.org/officeDocument/2006/relationships/tags" Target="../tags/tag110.xml"/><Relationship Id="rId8" Type="http://schemas.openxmlformats.org/officeDocument/2006/relationships/tags" Target="../tags/tag109.xml"/><Relationship Id="rId7" Type="http://schemas.openxmlformats.org/officeDocument/2006/relationships/tags" Target="../tags/tag108.xml"/><Relationship Id="rId6" Type="http://schemas.openxmlformats.org/officeDocument/2006/relationships/tags" Target="../tags/tag107.xml"/><Relationship Id="rId5" Type="http://schemas.openxmlformats.org/officeDocument/2006/relationships/tags" Target="../tags/tag106.xml"/><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3" Type="http://schemas.openxmlformats.org/officeDocument/2006/relationships/slideLayout" Target="../slideLayouts/slideLayout42.xml"/><Relationship Id="rId12" Type="http://schemas.openxmlformats.org/officeDocument/2006/relationships/tags" Target="../tags/tag113.xml"/><Relationship Id="rId11" Type="http://schemas.openxmlformats.org/officeDocument/2006/relationships/tags" Target="../tags/tag112.xml"/><Relationship Id="rId10" Type="http://schemas.openxmlformats.org/officeDocument/2006/relationships/tags" Target="../tags/tag111.xml"/><Relationship Id="rId1" Type="http://schemas.openxmlformats.org/officeDocument/2006/relationships/tags" Target="../tags/tag102.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1.webp"/></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23.webp"/><Relationship Id="rId1"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25.jpeg"/><Relationship Id="rId1" Type="http://schemas.openxmlformats.org/officeDocument/2006/relationships/image" Target="../media/image24.jpe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27.jpeg"/><Relationship Id="rId1" Type="http://schemas.openxmlformats.org/officeDocument/2006/relationships/image" Target="../media/image26.jpe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31.png"/><Relationship Id="rId1" Type="http://schemas.openxmlformats.org/officeDocument/2006/relationships/image" Target="../media/image30.png"/></Relationships>
</file>

<file path=ppt/slides/_rels/slide29.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 Type="http://schemas.openxmlformats.org/officeDocument/2006/relationships/tags" Target="../tags/tag117.xml"/><Relationship Id="rId3" Type="http://schemas.openxmlformats.org/officeDocument/2006/relationships/tags" Target="../tags/tag116.xml"/><Relationship Id="rId2" Type="http://schemas.openxmlformats.org/officeDocument/2006/relationships/tags" Target="../tags/tag115.xml"/><Relationship Id="rId13" Type="http://schemas.openxmlformats.org/officeDocument/2006/relationships/slideLayout" Target="../slideLayouts/slideLayout42.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2.webp"/></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3.jpe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35.png"/><Relationship Id="rId1" Type="http://schemas.openxmlformats.org/officeDocument/2006/relationships/image" Target="../media/image34.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6.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7.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8.png"/></Relationships>
</file>

<file path=ppt/slides/_rels/slide39.xml.rels><?xml version="1.0" encoding="UTF-8" standalone="yes"?>
<Relationships xmlns="http://schemas.openxmlformats.org/package/2006/relationships"><Relationship Id="rId9" Type="http://schemas.openxmlformats.org/officeDocument/2006/relationships/tags" Target="../tags/tag134.xml"/><Relationship Id="rId8" Type="http://schemas.openxmlformats.org/officeDocument/2006/relationships/tags" Target="../tags/tag133.xml"/><Relationship Id="rId7" Type="http://schemas.openxmlformats.org/officeDocument/2006/relationships/tags" Target="../tags/tag132.xml"/><Relationship Id="rId6" Type="http://schemas.openxmlformats.org/officeDocument/2006/relationships/tags" Target="../tags/tag131.xml"/><Relationship Id="rId5" Type="http://schemas.openxmlformats.org/officeDocument/2006/relationships/tags" Target="../tags/tag130.xml"/><Relationship Id="rId4" Type="http://schemas.openxmlformats.org/officeDocument/2006/relationships/tags" Target="../tags/tag129.xml"/><Relationship Id="rId3" Type="http://schemas.openxmlformats.org/officeDocument/2006/relationships/tags" Target="../tags/tag128.xml"/><Relationship Id="rId2" Type="http://schemas.openxmlformats.org/officeDocument/2006/relationships/tags" Target="../tags/tag127.xml"/><Relationship Id="rId13" Type="http://schemas.openxmlformats.org/officeDocument/2006/relationships/slideLayout" Target="../slideLayouts/slideLayout42.xml"/><Relationship Id="rId12" Type="http://schemas.openxmlformats.org/officeDocument/2006/relationships/tags" Target="../tags/tag137.xml"/><Relationship Id="rId11" Type="http://schemas.openxmlformats.org/officeDocument/2006/relationships/tags" Target="../tags/tag136.xml"/><Relationship Id="rId10" Type="http://schemas.openxmlformats.org/officeDocument/2006/relationships/tags" Target="../tags/tag135.xml"/><Relationship Id="rId1" Type="http://schemas.openxmlformats.org/officeDocument/2006/relationships/tags" Target="../tags/tag126.xml"/></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40.png"/><Relationship Id="rId1"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1.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2.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3.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5.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5" name="组合 4"/>
          <p:cNvGrpSpPr/>
          <p:nvPr/>
        </p:nvGrpSpPr>
        <p:grpSpPr>
          <a:xfrm>
            <a:off x="-60325" y="2941638"/>
            <a:ext cx="12247563" cy="1476375"/>
            <a:chOff x="-59690" y="3590200"/>
            <a:chExt cx="12246928" cy="1476406"/>
          </a:xfrm>
        </p:grpSpPr>
        <p:sp>
          <p:nvSpPr>
            <p:cNvPr id="6" name="TextBox 5"/>
            <p:cNvSpPr txBox="1"/>
            <p:nvPr/>
          </p:nvSpPr>
          <p:spPr>
            <a:xfrm>
              <a:off x="-59690" y="3590200"/>
              <a:ext cx="12187238" cy="613531"/>
            </a:xfrm>
            <a:prstGeom prst="rect">
              <a:avLst/>
            </a:prstGeom>
            <a:noFill/>
          </p:spPr>
          <p:txBody>
            <a:bodyPr lIns="122932" tIns="61466" rIns="122932" bIns="61466">
              <a:spAutoFit/>
            </a:bodyPr>
            <a:lstStyle/>
            <a:p>
              <a:pPr marR="0" algn="ctr" defTabSz="914400">
                <a:buClrTx/>
                <a:buSzTx/>
                <a:buFontTx/>
                <a:buNone/>
                <a:defRPr/>
              </a:pPr>
              <a:r>
                <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嵌入式软硬件基础</a:t>
              </a:r>
              <a:endPar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endParaRPr>
            </a:p>
          </p:txBody>
        </p:sp>
        <p:sp>
          <p:nvSpPr>
            <p:cNvPr id="18437" name="TextBox 6"/>
            <p:cNvSpPr txBox="1">
              <a:spLocks noChangeArrowheads="1"/>
            </p:cNvSpPr>
            <p:nvPr/>
          </p:nvSpPr>
          <p:spPr bwMode="auto">
            <a:xfrm>
              <a:off x="0" y="4421987"/>
              <a:ext cx="12187238" cy="6446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zh-CN" altLang="en-US"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rPr>
                <a:t>姓名：丰无界</a:t>
              </a:r>
              <a:endParaRPr kumimoji="0" lang="en-US" altLang="zh-CN"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endParaRPr>
            </a:p>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smtClean="0">
                <a:ln>
                  <a:noFill/>
                </a:ln>
                <a:solidFill>
                  <a:srgbClr val="7F7F7F"/>
                </a:solidFill>
                <a:effectLst/>
                <a:uLnTx/>
                <a:uFillTx/>
                <a:latin typeface="Arial" panose="020B0604020202020204" pitchFamily="34" charset="0"/>
                <a:ea typeface="宋体" panose="02010600030101010101" pitchFamily="2" charset="-122"/>
                <a:cs typeface="+mn-cs"/>
              </a:endParaRPr>
            </a:p>
          </p:txBody>
        </p:sp>
      </p:gr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4633595" cy="1080770"/>
          </a:xfrm>
        </p:spPr>
        <p:txBody>
          <a:bodyPr wrap="square">
            <a:normAutofit/>
          </a:bodyPr>
          <a:lstStyle/>
          <a:p>
            <a:r>
              <a:rPr lang="zh-CN" altLang="en-US"/>
              <a:t>目录</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UART通讯</a:t>
            </a:r>
            <a:endParaRPr lang="en-US" altLang="zh-CN"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3205591"/>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903" y="3205591"/>
            <a:ext cx="4794406" cy="907084"/>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0221" y="420027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694903" y="4200274"/>
            <a:ext cx="4794406" cy="907084"/>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221" y="5194956"/>
            <a:ext cx="790922" cy="901371"/>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903" y="5194956"/>
            <a:ext cx="4794406" cy="907084"/>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0395" y="6184265"/>
            <a:ext cx="791210" cy="632460"/>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5" name="项标题"/>
          <p:cNvSpPr txBox="1"/>
          <p:nvPr>
            <p:custDataLst>
              <p:tags r:id="rId11"/>
            </p:custDataLst>
          </p:nvPr>
        </p:nvSpPr>
        <p:spPr>
          <a:xfrm>
            <a:off x="6609715" y="6096635"/>
            <a:ext cx="4794250" cy="720090"/>
          </a:xfrm>
          <a:prstGeom prst="rect">
            <a:avLst/>
          </a:prstGeom>
          <a:noFill/>
        </p:spPr>
        <p:txBody>
          <a:bodyPr wrap="square" lIns="0" tIns="0" rIns="0" bIns="0" rtlCol="0" anchor="t" anchorCtr="0">
            <a:normAutofit/>
          </a:bodyPr>
          <a:p>
            <a:pPr>
              <a:lnSpc>
                <a:spcPct val="100000"/>
              </a:lnSpc>
            </a:pPr>
            <a:r>
              <a:rPr lang="en-US" altLang="zh-CN" sz="2400" b="1" spc="300" dirty="0">
                <a:solidFill>
                  <a:schemeClr val="accent1"/>
                </a:solidFill>
                <a:latin typeface="+mj-ea"/>
                <a:ea typeface="+mj-ea"/>
              </a:rPr>
              <a:t>PWM</a:t>
            </a:r>
            <a:endParaRPr lang="en-US" altLang="zh-CN" sz="2400" b="1" spc="300" dirty="0">
              <a:solidFill>
                <a:schemeClr val="accent1"/>
              </a:solidFill>
              <a:latin typeface="+mj-ea"/>
              <a:ea typeface="+mj-ea"/>
            </a:endParaRPr>
          </a:p>
        </p:txBody>
      </p:sp>
    </p:spTree>
    <p:custDataLst>
      <p:tags r:id="rId12"/>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latin typeface="Arial" panose="020B0604020202020204" pitchFamily="34" charset="0"/>
              </a:rPr>
              <a:t>嵌入式主要通讯</a:t>
            </a:r>
            <a:r>
              <a:rPr lang="zh-CN" altLang="en-US">
                <a:latin typeface="Arial" panose="020B0604020202020204" pitchFamily="34" charset="0"/>
              </a:rPr>
              <a:t>技术</a:t>
            </a:r>
            <a:endParaRPr lang="zh-CN" altLang="en-US">
              <a:latin typeface="Arial" panose="020B0604020202020204" pitchFamily="34" charset="0"/>
            </a:endParaRPr>
          </a:p>
        </p:txBody>
      </p:sp>
      <p:sp>
        <p:nvSpPr>
          <p:cNvPr id="3" name="文本框 2"/>
          <p:cNvSpPr txBox="1"/>
          <p:nvPr/>
        </p:nvSpPr>
        <p:spPr>
          <a:xfrm>
            <a:off x="593090" y="860425"/>
            <a:ext cx="4062730" cy="368300"/>
          </a:xfrm>
          <a:prstGeom prst="rect">
            <a:avLst/>
          </a:prstGeom>
          <a:noFill/>
        </p:spPr>
        <p:txBody>
          <a:bodyPr wrap="square" rtlCol="0">
            <a:spAutoFit/>
          </a:bodyPr>
          <a:p>
            <a:endParaRPr lang="zh-CN" altLang="en-US"/>
          </a:p>
        </p:txBody>
      </p:sp>
      <p:graphicFrame>
        <p:nvGraphicFramePr>
          <p:cNvPr id="7" name="表格 6"/>
          <p:cNvGraphicFramePr/>
          <p:nvPr>
            <p:custDataLst>
              <p:tags r:id="rId1"/>
            </p:custDataLst>
          </p:nvPr>
        </p:nvGraphicFramePr>
        <p:xfrm>
          <a:off x="748030" y="930275"/>
          <a:ext cx="10885805" cy="3093720"/>
        </p:xfrm>
        <a:graphic>
          <a:graphicData uri="http://schemas.openxmlformats.org/drawingml/2006/table">
            <a:tbl>
              <a:tblPr firstRow="1" bandRow="1">
                <a:tableStyleId>{5C22544A-7EE6-4342-B048-85BDC9FD1C3A}</a:tableStyleId>
              </a:tblPr>
              <a:tblGrid>
                <a:gridCol w="1555115"/>
                <a:gridCol w="1555115"/>
                <a:gridCol w="1555115"/>
                <a:gridCol w="1555115"/>
                <a:gridCol w="1555115"/>
                <a:gridCol w="1555115"/>
                <a:gridCol w="1555115"/>
              </a:tblGrid>
              <a:tr h="773430">
                <a:tc>
                  <a:txBody>
                    <a:bodyPr/>
                    <a:p>
                      <a:pPr marL="0" indent="0" algn="just">
                        <a:spcBef>
                          <a:spcPct val="0"/>
                        </a:spcBef>
                        <a:spcAft>
                          <a:spcPct val="0"/>
                        </a:spcAft>
                      </a:pPr>
                      <a:r>
                        <a:rPr lang="zh-CN" sz="1100">
                          <a:latin typeface="Calibri" panose="020F0502020204030204"/>
                          <a:ea typeface="宋体" panose="02010600030101010101" pitchFamily="2" charset="-122"/>
                        </a:rPr>
                        <a:t>协议</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复杂度</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传输速度</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设备数量</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线数</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通信模式</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主从数量</a:t>
                      </a:r>
                      <a:endParaRPr lang="zh-CN" sz="1100">
                        <a:latin typeface="Calibri" panose="020F0502020204030204"/>
                        <a:ea typeface="宋体" panose="02010600030101010101" pitchFamily="2" charset="-122"/>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UART</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简单的</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慢</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i="0">
                          <a:solidFill>
                            <a:schemeClr val="bg1"/>
                          </a:solidFill>
                          <a:latin typeface="Arial" panose="020B0604020202020204" pitchFamily="34" charset="0"/>
                        </a:rPr>
                        <a:t>2 台设备</a:t>
                      </a:r>
                      <a:endParaRPr lang="zh-CN" altLang="en-US" sz="1400" i="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3</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i="0">
                          <a:solidFill>
                            <a:schemeClr val="bg1"/>
                          </a:solidFill>
                          <a:latin typeface="Arial" panose="020B0604020202020204" pitchFamily="34" charset="0"/>
                        </a:rPr>
                        <a:t>全双工</a:t>
                      </a:r>
                      <a:endParaRPr lang="zh-CN" altLang="en-US" sz="1400" i="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单对单</a:t>
                      </a:r>
                      <a:endParaRPr lang="zh-CN" altLang="en-US" sz="1400">
                        <a:solidFill>
                          <a:schemeClr val="bg1"/>
                        </a:solidFill>
                        <a:latin typeface="Arial" panose="020B0604020202020204" pitchFamily="34" charset="0"/>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I2C</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轻松链接多个设备</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比UART 更快</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最多 127 个，但变得复杂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3</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半双工</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多个从机和主机</a:t>
                      </a:r>
                      <a:endParaRPr lang="zh-CN" altLang="en-US" sz="1400">
                        <a:solidFill>
                          <a:schemeClr val="bg1"/>
                        </a:solidFill>
                        <a:latin typeface="Arial" panose="020B0604020202020204" pitchFamily="34" charset="0"/>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SPI</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随着设备的增加而复杂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最快的（时钟频率）</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很多，但变得复杂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4</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全双工</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1个主站，多个从站</a:t>
                      </a:r>
                      <a:endParaRPr lang="zh-CN" altLang="en-US" sz="1400">
                        <a:solidFill>
                          <a:schemeClr val="bg1"/>
                        </a:solidFill>
                        <a:latin typeface="Arial" panose="020B0604020202020204" pitchFamily="34" charset="0"/>
                      </a:endParaRPr>
                    </a:p>
                  </a:txBody>
                  <a:tcPr marL="68580" marR="68580" marT="0" marB="0" anchor="ctr" anchorCtr="0"/>
                </a:tc>
              </a:tr>
            </a:tbl>
          </a:graphicData>
        </a:graphic>
      </p:graphicFrame>
      <p:sp>
        <p:nvSpPr>
          <p:cNvPr id="10" name="文本框 9"/>
          <p:cNvSpPr txBox="1"/>
          <p:nvPr/>
        </p:nvSpPr>
        <p:spPr>
          <a:xfrm>
            <a:off x="827405" y="4452620"/>
            <a:ext cx="4062730" cy="368300"/>
          </a:xfrm>
          <a:prstGeom prst="rect">
            <a:avLst/>
          </a:prstGeom>
          <a:noFill/>
        </p:spPr>
        <p:txBody>
          <a:bodyPr wrap="square" rtlCol="0">
            <a:spAutoFit/>
          </a:bodyPr>
          <a:p>
            <a:r>
              <a:rPr lang="en-US" altLang="zh-CN" b="1">
                <a:solidFill>
                  <a:schemeClr val="bg1"/>
                </a:solidFill>
              </a:rPr>
              <a:t>CAN</a:t>
            </a:r>
            <a:r>
              <a:rPr lang="zh-CN" altLang="en-US" b="1">
                <a:solidFill>
                  <a:schemeClr val="bg1"/>
                </a:solidFill>
              </a:rPr>
              <a:t>通讯</a:t>
            </a:r>
            <a:endParaRPr lang="zh-CN" altLang="en-US" b="1">
              <a:solidFill>
                <a:schemeClr val="bg1"/>
              </a:solidFill>
            </a:endParaRPr>
          </a:p>
        </p:txBody>
      </p:sp>
      <p:sp>
        <p:nvSpPr>
          <p:cNvPr id="11" name="文本框 10"/>
          <p:cNvSpPr txBox="1"/>
          <p:nvPr/>
        </p:nvSpPr>
        <p:spPr>
          <a:xfrm>
            <a:off x="877570" y="4902200"/>
            <a:ext cx="10509885" cy="1168400"/>
          </a:xfrm>
          <a:prstGeom prst="rect">
            <a:avLst/>
          </a:prstGeom>
          <a:noFill/>
        </p:spPr>
        <p:txBody>
          <a:bodyPr wrap="square" rtlCol="0">
            <a:spAutoFit/>
          </a:bodyPr>
          <a:p>
            <a:r>
              <a:rPr lang="zh-CN" altLang="en-US" sz="1400">
                <a:solidFill>
                  <a:schemeClr val="bg1"/>
                </a:solidFill>
              </a:rPr>
              <a:t>它是由研发和生产汽车电子产品著称的德国</a:t>
            </a:r>
            <a:r>
              <a:rPr lang="en-US" altLang="zh-CN" sz="1400">
                <a:solidFill>
                  <a:schemeClr val="bg1"/>
                </a:solidFill>
              </a:rPr>
              <a:t> BOSCH </a:t>
            </a:r>
            <a:r>
              <a:rPr lang="zh-CN" altLang="en-US" sz="1400">
                <a:solidFill>
                  <a:schemeClr val="bg1"/>
                </a:solidFill>
              </a:rPr>
              <a:t>公司开发的，并最终成为国际标准（</a:t>
            </a:r>
            <a:r>
              <a:rPr lang="en-US" altLang="zh-CN" sz="1400">
                <a:solidFill>
                  <a:schemeClr val="bg1"/>
                </a:solidFill>
              </a:rPr>
              <a:t>ISO11519</a:t>
            </a:r>
            <a:r>
              <a:rPr lang="zh-CN" altLang="en-US" sz="1400">
                <a:solidFill>
                  <a:schemeClr val="bg1"/>
                </a:solidFill>
              </a:rPr>
              <a:t>），是国际上应用最广泛的现场总线之一。</a:t>
            </a:r>
            <a:r>
              <a:rPr lang="en-US" altLang="zh-CN" sz="1400">
                <a:solidFill>
                  <a:schemeClr val="bg1"/>
                </a:solidFill>
              </a:rPr>
              <a:t> </a:t>
            </a:r>
            <a:endParaRPr lang="en-US" altLang="zh-CN" sz="1400">
              <a:solidFill>
                <a:schemeClr val="bg1"/>
              </a:solidFill>
            </a:endParaRPr>
          </a:p>
          <a:p>
            <a:r>
              <a:rPr lang="en-US" altLang="zh-CN" sz="1400">
                <a:solidFill>
                  <a:schemeClr val="bg1"/>
                </a:solidFill>
              </a:rPr>
              <a:t>CAN </a:t>
            </a:r>
            <a:r>
              <a:rPr lang="zh-CN" altLang="en-US" sz="1400">
                <a:solidFill>
                  <a:schemeClr val="bg1"/>
                </a:solidFill>
              </a:rPr>
              <a:t>总线协议已经成为汽车计算机控制系统和嵌入式工业控制局域网的标准总线，并且拥有以</a:t>
            </a:r>
            <a:r>
              <a:rPr lang="en-US" altLang="zh-CN" sz="1400">
                <a:solidFill>
                  <a:schemeClr val="bg1"/>
                </a:solidFill>
              </a:rPr>
              <a:t>CAN </a:t>
            </a:r>
            <a:r>
              <a:rPr lang="zh-CN" altLang="en-US" sz="1400">
                <a:solidFill>
                  <a:schemeClr val="bg1"/>
                </a:solidFill>
              </a:rPr>
              <a:t>为底层协议专为大型货车和重工机械车辆设计的</a:t>
            </a:r>
            <a:r>
              <a:rPr lang="en-US" altLang="zh-CN" sz="1400">
                <a:solidFill>
                  <a:schemeClr val="bg1"/>
                </a:solidFill>
              </a:rPr>
              <a:t> J1939 </a:t>
            </a:r>
            <a:r>
              <a:rPr lang="zh-CN" altLang="en-US" sz="1400">
                <a:solidFill>
                  <a:schemeClr val="bg1"/>
                </a:solidFill>
              </a:rPr>
              <a:t>协议。近年来，它具有的高可靠性和良好的错误检测能力受到重视，被广泛应用于汽车计算机控制系统和环境温度恶劣、电磁辐射强及振动大的工业环境。</a:t>
            </a:r>
            <a:endParaRPr lang="zh-CN" altLang="en-US" sz="1400">
              <a:solidFill>
                <a:schemeClr val="bg1"/>
              </a:solidFill>
            </a:endParaRP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fontScale="90000"/>
          </a:bodyPr>
          <a:lstStyle/>
          <a:p>
            <a:r>
              <a:rPr lang="en-US" altLang="zh-CN" spc="300" dirty="0">
                <a:latin typeface="+mj-ea"/>
                <a:sym typeface="+mn-ea"/>
              </a:rPr>
              <a:t>UART</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UART</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388620"/>
          </a:xfrm>
        </p:spPr>
        <p:txBody>
          <a:bodyPr>
            <a:noAutofit/>
          </a:bodyPr>
          <a:p>
            <a:pPr algn="l"/>
            <a:r>
              <a:rPr lang="zh-CN" altLang="en-US" sz="1400"/>
              <a:t>通用异步接收器</a:t>
            </a:r>
            <a:r>
              <a:rPr lang="en-US" altLang="zh-CN" sz="1400"/>
              <a:t>/</a:t>
            </a:r>
            <a:r>
              <a:rPr lang="zh-CN" altLang="en-US" sz="1400"/>
              <a:t>发送器，通常称为</a:t>
            </a:r>
            <a:r>
              <a:rPr lang="en-US" altLang="zh-CN" sz="1400"/>
              <a:t>UART</a:t>
            </a:r>
            <a:r>
              <a:rPr lang="zh-CN" altLang="en-US" sz="1400"/>
              <a:t>，是一种广泛应用于嵌入式领域的串行、异步、全双工通信协议。</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450215" y="267589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900" b="1">
                <a:solidFill>
                  <a:srgbClr val="4F4F4F"/>
                </a:solidFill>
                <a:latin typeface="微软雅黑" panose="020B0503020204020204" charset="-122"/>
                <a:ea typeface="微软雅黑" panose="020B0503020204020204" charset="-122"/>
                <a:sym typeface="+mn-ea"/>
              </a:rPr>
              <a:t>串口连接</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UART 通道有两条数据线。每个设备上都有一个 RX 引脚和一个 TX 引脚（RX 用于接收，TX 用于发送）。每个设备的 RX 引脚都连接到另一个设备的 TX 引脚。请注意，没有共享时钟线！这是通用异步接收方发送方的“异步”方面。</a:t>
            </a:r>
            <a:endParaRPr lang="zh-CN" altLang="en-US" sz="1600" b="0" i="0">
              <a:solidFill>
                <a:srgbClr val="2A2A2A"/>
              </a:solidFill>
              <a:latin typeface="Arial" panose="020B0604020202020204"/>
              <a:ea typeface="Arial" panose="020B0604020202020204"/>
            </a:endParaRPr>
          </a:p>
          <a:p>
            <a:pPr marL="0" algn="l" defTabSz="266700">
              <a:lnSpc>
                <a:spcPts val="1950"/>
              </a:lnSpc>
              <a:spcBef>
                <a:spcPts val="1800"/>
              </a:spcBef>
              <a:spcAft>
                <a:spcPts val="600"/>
              </a:spcAft>
              <a:buClrTx/>
              <a:buSzTx/>
              <a:buFontTx/>
            </a:pPr>
            <a:r>
              <a:rPr lang="zh-CN" altLang="en-US" sz="1900" b="1">
                <a:solidFill>
                  <a:srgbClr val="4F4F4F"/>
                </a:solidFill>
                <a:latin typeface="微软雅黑" panose="020B0503020204020204" charset="-122"/>
                <a:ea typeface="微软雅黑" panose="020B0503020204020204" charset="-122"/>
                <a:sym typeface="+mn-ea"/>
              </a:rPr>
              <a:t>对外接口</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TTL电平、RS232、RS422、RS485等</a:t>
            </a:r>
            <a:endParaRPr lang="zh-CN" altLang="en-US" sz="1600" b="0" i="0">
              <a:solidFill>
                <a:srgbClr val="2A2A2A"/>
              </a:solidFill>
              <a:latin typeface="Arial" panose="020B0604020202020204"/>
              <a:ea typeface="Arial" panose="020B0604020202020204"/>
            </a:endParaRPr>
          </a:p>
        </p:txBody>
      </p:sp>
      <p:pic>
        <p:nvPicPr>
          <p:cNvPr id="8" name="图片 7"/>
          <p:cNvPicPr/>
          <p:nvPr/>
        </p:nvPicPr>
        <p:blipFill>
          <a:blip r:embed="rId1"/>
          <a:stretch>
            <a:fillRect/>
          </a:stretch>
        </p:blipFill>
        <p:spPr>
          <a:xfrm>
            <a:off x="4020820" y="1229995"/>
            <a:ext cx="7530465" cy="1699260"/>
          </a:xfrm>
          <a:prstGeom prst="rect">
            <a:avLst/>
          </a:prstGeom>
        </p:spPr>
      </p:pic>
      <p:pic>
        <p:nvPicPr>
          <p:cNvPr id="9" name="图片 8"/>
          <p:cNvPicPr>
            <a:picLocks noChangeAspect="1"/>
          </p:cNvPicPr>
          <p:nvPr/>
        </p:nvPicPr>
        <p:blipFill>
          <a:blip r:embed="rId2"/>
          <a:srcRect r="-247" b="3629"/>
          <a:stretch>
            <a:fillRect/>
          </a:stretch>
        </p:blipFill>
        <p:spPr>
          <a:xfrm>
            <a:off x="3679825" y="3716655"/>
            <a:ext cx="5662295" cy="2175510"/>
          </a:xfrm>
          <a:prstGeom prst="rect">
            <a:avLst/>
          </a:prstGeom>
        </p:spPr>
      </p:pic>
      <p:pic>
        <p:nvPicPr>
          <p:cNvPr id="10" name="图片 9"/>
          <p:cNvPicPr/>
          <p:nvPr/>
        </p:nvPicPr>
        <p:blipFill>
          <a:blip r:embed="rId3"/>
          <a:stretch>
            <a:fillRect/>
          </a:stretch>
        </p:blipFill>
        <p:spPr>
          <a:xfrm>
            <a:off x="9644380" y="3046095"/>
            <a:ext cx="2310765" cy="379984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UART</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3622040"/>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异步通信</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无时钟信号：</a:t>
            </a:r>
            <a:r>
              <a:rPr lang="en-US" altLang="zh-CN" sz="1600" b="0" i="0">
                <a:solidFill>
                  <a:srgbClr val="2A2A2A"/>
                </a:solidFill>
                <a:latin typeface="Arial" panose="020B0604020202020204"/>
                <a:ea typeface="Arial" panose="020B0604020202020204"/>
              </a:rPr>
              <a:t>UART </a:t>
            </a:r>
            <a:r>
              <a:rPr lang="zh-CN" altLang="en-US" sz="1600" b="0" i="0">
                <a:solidFill>
                  <a:srgbClr val="2A2A2A"/>
                </a:solidFill>
                <a:latin typeface="Arial" panose="020B0604020202020204"/>
                <a:ea typeface="Arial" panose="020B0604020202020204"/>
              </a:rPr>
              <a:t>不依赖共享时钟信号来同步数据传输，而是通过起始位、数据位、校验位和停止位来标识数据的开始和结束。</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发送方和接收方独立工作：发送方和接收方各自使用独立的时钟源，通过约定的波特率（数据传输速率）来保持同步。</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物理</a:t>
            </a:r>
            <a:r>
              <a:rPr lang="zh-CN" altLang="en-US" sz="1600" b="0" i="0">
                <a:solidFill>
                  <a:srgbClr val="2A2A2A"/>
                </a:solidFill>
                <a:latin typeface="Arial" panose="020B0604020202020204"/>
                <a:ea typeface="Arial" panose="020B0604020202020204"/>
              </a:rPr>
              <a:t>引脚</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默认</a:t>
            </a:r>
            <a:r>
              <a:rPr lang="zh-CN" altLang="en-US" sz="1600" b="0" i="0">
                <a:solidFill>
                  <a:srgbClr val="FF0000"/>
                </a:solidFill>
                <a:latin typeface="Arial" panose="020B0604020202020204"/>
                <a:ea typeface="Arial" panose="020B0604020202020204"/>
              </a:rPr>
              <a:t>高电平</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波特率</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传输速率：波特率表示每秒传输的位数（</a:t>
            </a:r>
            <a:r>
              <a:rPr lang="en-US" altLang="zh-CN" sz="1600" b="0" i="0">
                <a:solidFill>
                  <a:srgbClr val="2A2A2A"/>
                </a:solidFill>
                <a:latin typeface="Arial" panose="020B0604020202020204"/>
                <a:ea typeface="Arial" panose="020B0604020202020204"/>
              </a:rPr>
              <a:t>bps</a:t>
            </a:r>
            <a:r>
              <a:rPr lang="zh-CN" altLang="en-US" sz="1600" b="0" i="0">
                <a:solidFill>
                  <a:srgbClr val="2A2A2A"/>
                </a:solidFill>
                <a:latin typeface="Arial" panose="020B0604020202020204"/>
                <a:ea typeface="Arial" panose="020B0604020202020204"/>
              </a:rPr>
              <a:t>），常见的波特率有</a:t>
            </a:r>
            <a:r>
              <a:rPr lang="en-US" altLang="zh-CN" sz="1600" b="0" i="0">
                <a:solidFill>
                  <a:srgbClr val="2A2A2A"/>
                </a:solidFill>
                <a:latin typeface="Arial" panose="020B0604020202020204"/>
                <a:ea typeface="Arial" panose="020B0604020202020204"/>
              </a:rPr>
              <a:t> 9600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19200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38400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57600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115200 </a:t>
            </a:r>
            <a:r>
              <a:rPr lang="zh-CN" altLang="en-US" sz="1600" b="0" i="0">
                <a:solidFill>
                  <a:srgbClr val="2A2A2A"/>
                </a:solidFill>
                <a:latin typeface="Arial" panose="020B0604020202020204"/>
                <a:ea typeface="Arial" panose="020B0604020202020204"/>
              </a:rPr>
              <a:t>等。</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匹配要求：发送方和接收方的波特率必须一致，否则会导致数据错误。</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5" name="图片 4" descr="IMG_256"/>
          <p:cNvPicPr>
            <a:picLocks noChangeAspect="1"/>
          </p:cNvPicPr>
          <p:nvPr/>
        </p:nvPicPr>
        <p:blipFill>
          <a:blip r:embed="rId1"/>
          <a:stretch>
            <a:fillRect/>
          </a:stretch>
        </p:blipFill>
        <p:spPr>
          <a:xfrm>
            <a:off x="3826510" y="4620260"/>
            <a:ext cx="3479800" cy="1842135"/>
          </a:xfrm>
          <a:prstGeom prst="rect">
            <a:avLst/>
          </a:prstGeom>
          <a:noFill/>
          <a:ln w="9525">
            <a:noFill/>
          </a:ln>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起始位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每次通信开始时，发送方发送一个逻辑</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信号（</a:t>
            </a:r>
            <a:r>
              <a:rPr lang="en-US" altLang="zh-CN" sz="1600" b="0" i="0">
                <a:solidFill>
                  <a:srgbClr val="2A2A2A"/>
                </a:solidFill>
                <a:latin typeface="Arial" panose="020B0604020202020204"/>
                <a:ea typeface="Arial" panose="020B0604020202020204"/>
              </a:rPr>
              <a:t>VOL</a:t>
            </a:r>
            <a:r>
              <a:rPr lang="zh-CN" altLang="en-US" sz="1600" b="0" i="0">
                <a:solidFill>
                  <a:srgbClr val="2A2A2A"/>
                </a:solidFill>
                <a:latin typeface="Arial" panose="020B0604020202020204"/>
                <a:ea typeface="Arial" panose="020B0604020202020204"/>
              </a:rPr>
              <a:t>），表示传输字符的开始。由于总线空闲时为高电平，因此在开始通信时先发送一个与空闲状态明显不同的信号，即</a:t>
            </a:r>
            <a:r>
              <a:rPr lang="en-US" altLang="zh-CN" sz="1600" b="0" i="0">
                <a:solidFill>
                  <a:srgbClr val="2A2A2A"/>
                </a:solidFill>
                <a:latin typeface="Arial" panose="020B0604020202020204"/>
                <a:ea typeface="Arial" panose="020B0604020202020204"/>
              </a:rPr>
              <a:t>VOL</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起始位之后是我们要传输的数据。数据位可以是</a:t>
            </a: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9</a:t>
            </a:r>
            <a:r>
              <a:rPr lang="zh-CN" altLang="en-US" sz="1600" b="0" i="0">
                <a:solidFill>
                  <a:srgbClr val="2A2A2A"/>
                </a:solidFill>
                <a:latin typeface="Arial" panose="020B0604020202020204"/>
                <a:ea typeface="Arial" panose="020B0604020202020204"/>
              </a:rPr>
              <a:t>位等组成一个字符（通常是</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位）。如</a:t>
            </a:r>
            <a:r>
              <a:rPr lang="en-US" altLang="zh-CN" sz="1600" b="0" i="0">
                <a:solidFill>
                  <a:srgbClr val="2A2A2A"/>
                </a:solidFill>
                <a:latin typeface="Arial" panose="020B0604020202020204"/>
                <a:ea typeface="Arial" panose="020B0604020202020204"/>
              </a:rPr>
              <a:t>ASCII</a:t>
            </a:r>
            <a:r>
              <a:rPr lang="zh-CN" altLang="en-US" sz="1600" b="0" i="0">
                <a:solidFill>
                  <a:srgbClr val="2A2A2A"/>
                </a:solidFill>
                <a:latin typeface="Arial" panose="020B0604020202020204"/>
                <a:ea typeface="Arial" panose="020B0604020202020204"/>
              </a:rPr>
              <a:t>码（</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位）、扩展</a:t>
            </a:r>
            <a:r>
              <a:rPr lang="en-US" altLang="zh-CN" sz="1600" b="0" i="0">
                <a:solidFill>
                  <a:srgbClr val="2A2A2A"/>
                </a:solidFill>
                <a:latin typeface="Arial" panose="020B0604020202020204"/>
                <a:ea typeface="Arial" panose="020B0604020202020204"/>
              </a:rPr>
              <a:t>BCD</a:t>
            </a:r>
            <a:r>
              <a:rPr lang="zh-CN" altLang="en-US" sz="1600" b="0" i="0">
                <a:solidFill>
                  <a:srgbClr val="2A2A2A"/>
                </a:solidFill>
                <a:latin typeface="Arial" panose="020B0604020202020204"/>
                <a:ea typeface="Arial" panose="020B0604020202020204"/>
              </a:rPr>
              <a:t>码（</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位）。首先发送最低位，最后发送最高位。用低电平</a:t>
            </a:r>
            <a:r>
              <a:rPr lang="en-US" altLang="en-US"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表示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，高电平表示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，完成数据位的传输。</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奇偶校验位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将该位添加到数据位后，</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位的个数应为偶数（偶校验）或奇数（奇校验），以验证数据传输的正确性。校验位实际上就是调整数，串口校验分为几种方式：</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无奇偶校验</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奇校验：如果数据位中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的个数为偶数，则奇偶校验位为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，如果</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的个数为奇数，则奇偶校验位为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偶校验：如果数据中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的个数为偶数，则奇偶校验位为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，如果数据中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的个数为奇数，则奇偶校验位为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标记奇偶校验：校验位始终为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（不常用）。</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奇偶校验：奇偶校验位始终为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（不常用）。</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停止位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它是字符数据的结束标记。它可以是</a:t>
            </a:r>
            <a:r>
              <a:rPr lang="en-US" altLang="zh-CN" sz="1600" b="0" i="0">
                <a:solidFill>
                  <a:srgbClr val="2A2A2A"/>
                </a:solidFill>
                <a:latin typeface="Arial" panose="020B0604020202020204"/>
                <a:ea typeface="Arial" panose="020B0604020202020204"/>
              </a:rPr>
              <a:t> 1 </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1.5 </a:t>
            </a:r>
            <a:r>
              <a:rPr lang="zh-CN" altLang="en-US" sz="1600" b="0" i="0">
                <a:solidFill>
                  <a:srgbClr val="2A2A2A"/>
                </a:solidFill>
                <a:latin typeface="Arial" panose="020B0604020202020204"/>
                <a:ea typeface="Arial" panose="020B0604020202020204"/>
              </a:rPr>
              <a:t>位或</a:t>
            </a:r>
            <a:r>
              <a:rPr lang="en-US" altLang="zh-CN" sz="1600" b="0" i="0">
                <a:solidFill>
                  <a:srgbClr val="2A2A2A"/>
                </a:solidFill>
                <a:latin typeface="Arial" panose="020B0604020202020204"/>
                <a:ea typeface="Arial" panose="020B0604020202020204"/>
              </a:rPr>
              <a:t> 2 </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 VOH</a:t>
            </a:r>
            <a:r>
              <a:rPr lang="zh-CN" altLang="en-US" sz="1600" b="0" i="0">
                <a:solidFill>
                  <a:srgbClr val="2A2A2A"/>
                </a:solidFill>
                <a:latin typeface="Arial" panose="020B0604020202020204"/>
                <a:ea typeface="Arial" panose="020B0604020202020204"/>
              </a:rPr>
              <a:t>。由于数据在传输线上是定时的，并且每个设备都有自己的时钟，所以在通信时两个设备之间很可能会出现小的不同步。因此停止位不仅表示传输的结束，而且还为计算机提供了纠正时钟的机会。停止位越多，数据传输越稳定，但数据传输速度越慢</a:t>
            </a:r>
            <a:endParaRPr lang="zh-CN" altLang="en-US" sz="1600" b="0" i="0">
              <a:solidFill>
                <a:srgbClr val="2A2A2A"/>
              </a:solidFill>
              <a:latin typeface="Arial" panose="020B0604020202020204"/>
              <a:ea typeface="Arial" panose="020B0604020202020204"/>
            </a:endParaRPr>
          </a:p>
        </p:txBody>
      </p:sp>
      <p:pic>
        <p:nvPicPr>
          <p:cNvPr id="2" name="图片 2"/>
          <p:cNvPicPr>
            <a:picLocks noChangeAspect="1"/>
          </p:cNvPicPr>
          <p:nvPr/>
        </p:nvPicPr>
        <p:blipFill>
          <a:blip r:embed="rId1"/>
          <a:srcRect b="55942"/>
          <a:stretch>
            <a:fillRect/>
          </a:stretch>
        </p:blipFill>
        <p:spPr>
          <a:xfrm>
            <a:off x="6454457" y="169228"/>
            <a:ext cx="5269230" cy="1245235"/>
          </a:xfrm>
          <a:prstGeom prst="rect">
            <a:avLst/>
          </a:prstGeom>
          <a:noFill/>
          <a:ln>
            <a:noFill/>
          </a:ln>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176403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FF0000"/>
                </a:solidFill>
                <a:latin typeface="Arial" panose="020B0604020202020204"/>
                <a:ea typeface="Arial" panose="020B0604020202020204"/>
              </a:rPr>
              <a:t>最经典的</a:t>
            </a:r>
            <a:r>
              <a:rPr lang="en-US" altLang="zh-CN" sz="1600" b="0" i="0">
                <a:solidFill>
                  <a:srgbClr val="FF0000"/>
                </a:solidFill>
                <a:latin typeface="Arial" panose="020B0604020202020204"/>
                <a:ea typeface="Arial" panose="020B0604020202020204"/>
              </a:rPr>
              <a:t>modbus</a:t>
            </a:r>
            <a:endParaRPr lang="en-US" altLang="zh-CN" sz="1600" b="0" i="0">
              <a:solidFill>
                <a:srgbClr val="FF0000"/>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协议，由</a:t>
            </a:r>
            <a:r>
              <a:rPr lang="en-US" altLang="zh-CN" sz="1600" b="0" i="0">
                <a:solidFill>
                  <a:srgbClr val="2A2A2A"/>
                </a:solidFill>
                <a:latin typeface="Arial" panose="020B0604020202020204"/>
                <a:ea typeface="Arial" panose="020B0604020202020204"/>
              </a:rPr>
              <a:t>MODICON</a:t>
            </a:r>
            <a:r>
              <a:rPr lang="zh-CN" altLang="en-US" sz="1600" b="0" i="0">
                <a:solidFill>
                  <a:srgbClr val="2A2A2A"/>
                </a:solidFill>
                <a:latin typeface="Arial" panose="020B0604020202020204"/>
                <a:ea typeface="Arial" panose="020B0604020202020204"/>
              </a:rPr>
              <a:t>公司在</a:t>
            </a:r>
            <a:r>
              <a:rPr lang="en-US" altLang="zh-CN" sz="1600" b="0" i="0">
                <a:solidFill>
                  <a:srgbClr val="2A2A2A"/>
                </a:solidFill>
                <a:latin typeface="Arial" panose="020B0604020202020204"/>
                <a:ea typeface="Arial" panose="020B0604020202020204"/>
              </a:rPr>
              <a:t>1979</a:t>
            </a:r>
            <a:r>
              <a:rPr lang="zh-CN" altLang="en-US" sz="1600" b="0" i="0">
                <a:solidFill>
                  <a:srgbClr val="2A2A2A"/>
                </a:solidFill>
                <a:latin typeface="Arial" panose="020B0604020202020204"/>
                <a:ea typeface="Arial" panose="020B0604020202020204"/>
              </a:rPr>
              <a:t>年创立，自那时起便广泛应用于各种工业领域。</a:t>
            </a:r>
            <a:r>
              <a:rPr lang="en-US" altLang="zh-CN" sz="1600" b="0" i="0">
                <a:solidFill>
                  <a:srgbClr val="2A2A2A"/>
                </a:solidFill>
                <a:latin typeface="Arial" panose="020B0604020202020204"/>
                <a:ea typeface="Arial" panose="020B0604020202020204"/>
              </a:rPr>
              <a:t>1996</a:t>
            </a:r>
            <a:r>
              <a:rPr lang="zh-CN" altLang="en-US" sz="1600" b="0" i="0">
                <a:solidFill>
                  <a:srgbClr val="2A2A2A"/>
                </a:solidFill>
                <a:latin typeface="Arial" panose="020B0604020202020204"/>
                <a:ea typeface="Arial" panose="020B0604020202020204"/>
              </a:rPr>
              <a:t>年，施耐德公司推出了基于以太网</a:t>
            </a:r>
            <a:r>
              <a:rPr lang="en-US" altLang="zh-CN" sz="1600" b="0" i="0">
                <a:solidFill>
                  <a:srgbClr val="2A2A2A"/>
                </a:solidFill>
                <a:latin typeface="Arial" panose="020B0604020202020204"/>
                <a:ea typeface="Arial" panose="020B0604020202020204"/>
              </a:rPr>
              <a:t>TCP/IP</a:t>
            </a:r>
            <a:r>
              <a:rPr lang="zh-CN" altLang="en-US" sz="1600" b="0" i="0">
                <a:solidFill>
                  <a:srgbClr val="2A2A2A"/>
                </a:solidFill>
                <a:latin typeface="Arial" panose="020B0604020202020204"/>
                <a:ea typeface="Arial" panose="020B0604020202020204"/>
              </a:rPr>
              <a:t>的</a:t>
            </a:r>
            <a:r>
              <a:rPr lang="en-US" altLang="zh-CN" sz="1600" b="0" i="0">
                <a:solidFill>
                  <a:srgbClr val="2A2A2A"/>
                </a:solidFill>
                <a:latin typeface="Arial" panose="020B0604020202020204"/>
                <a:ea typeface="Arial" panose="020B0604020202020204"/>
              </a:rPr>
              <a:t>ModbusTCP</a:t>
            </a:r>
            <a:r>
              <a:rPr lang="zh-CN" altLang="en-US" sz="1600" b="0" i="0">
                <a:solidFill>
                  <a:srgbClr val="2A2A2A"/>
                </a:solidFill>
                <a:latin typeface="Arial" panose="020B0604020202020204"/>
                <a:ea typeface="Arial" panose="020B0604020202020204"/>
              </a:rPr>
              <a:t>版本，这进一步拓宽了</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协议的应用范围。</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在协议特点上，</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协议作为一种应用层报文传输协议，支持</a:t>
            </a:r>
            <a:r>
              <a:rPr lang="en-US" altLang="zh-CN" sz="1600" b="0" i="0">
                <a:solidFill>
                  <a:srgbClr val="2A2A2A"/>
                </a:solidFill>
                <a:latin typeface="Arial" panose="020B0604020202020204"/>
                <a:ea typeface="Arial" panose="020B0604020202020204"/>
              </a:rPr>
              <a:t>ASCII</a:t>
            </a:r>
            <a:r>
              <a:rPr lang="zh-CN" altLang="en-US" sz="1600" b="0" i="0">
                <a:solidFill>
                  <a:srgbClr val="2A2A2A"/>
                </a:solidFill>
                <a:latin typeface="Arial" panose="020B0604020202020204"/>
                <a:ea typeface="Arial" panose="020B0604020202020204"/>
              </a:rPr>
              <a:t>、</a:t>
            </a:r>
            <a:r>
              <a:rPr lang="en-US" altLang="zh-CN" sz="1600" b="0" i="0">
                <a:solidFill>
                  <a:srgbClr val="FF0000"/>
                </a:solidFill>
                <a:latin typeface="Arial" panose="020B0604020202020204"/>
                <a:ea typeface="Arial" panose="020B0604020202020204"/>
              </a:rPr>
              <a:t>RTU</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TCP</a:t>
            </a:r>
            <a:r>
              <a:rPr lang="zh-CN" altLang="en-US" sz="1600" b="0" i="0">
                <a:solidFill>
                  <a:srgbClr val="2A2A2A"/>
                </a:solidFill>
                <a:latin typeface="Arial" panose="020B0604020202020204"/>
                <a:ea typeface="Arial" panose="020B0604020202020204"/>
              </a:rPr>
              <a:t>三种报文格式，这使得数据传输更加灵活多样。在物理层接口方面，标准的</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协议提供了</a:t>
            </a:r>
            <a:r>
              <a:rPr lang="en-US" altLang="zh-CN" sz="1600" b="0" i="0">
                <a:solidFill>
                  <a:srgbClr val="2A2A2A"/>
                </a:solidFill>
                <a:latin typeface="Arial" panose="020B0604020202020204"/>
                <a:ea typeface="Arial" panose="020B0604020202020204"/>
              </a:rPr>
              <a:t>RS232</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RS422</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RS485</a:t>
            </a:r>
            <a:r>
              <a:rPr lang="zh-CN" altLang="en-US" sz="1600" b="0" i="0">
                <a:solidFill>
                  <a:srgbClr val="2A2A2A"/>
                </a:solidFill>
                <a:latin typeface="Arial" panose="020B0604020202020204"/>
                <a:ea typeface="Arial" panose="020B0604020202020204"/>
              </a:rPr>
              <a:t>以及以太网接口等多种选择，同时采用</a:t>
            </a:r>
            <a:r>
              <a:rPr lang="en-US" altLang="zh-CN" sz="1600" b="0" i="0">
                <a:solidFill>
                  <a:srgbClr val="2A2A2A"/>
                </a:solidFill>
                <a:latin typeface="Arial" panose="020B0604020202020204"/>
                <a:ea typeface="Arial" panose="020B0604020202020204"/>
              </a:rPr>
              <a:t>master/slave</a:t>
            </a:r>
            <a:r>
              <a:rPr lang="zh-CN" altLang="en-US" sz="1600" b="0" i="0">
                <a:solidFill>
                  <a:srgbClr val="2A2A2A"/>
                </a:solidFill>
                <a:latin typeface="Arial" panose="020B0604020202020204"/>
                <a:ea typeface="Arial" panose="020B0604020202020204"/>
              </a:rPr>
              <a:t>通信方式，确保了数据传输的稳定与高效。</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4" name="图片 3" descr="D79D0720-7046-4fe7-A745-9242F93F0AE2"/>
          <p:cNvPicPr>
            <a:picLocks noChangeAspect="1"/>
          </p:cNvPicPr>
          <p:nvPr/>
        </p:nvPicPr>
        <p:blipFill>
          <a:blip r:embed="rId1"/>
          <a:stretch>
            <a:fillRect/>
          </a:stretch>
        </p:blipFill>
        <p:spPr>
          <a:xfrm>
            <a:off x="878840" y="3004820"/>
            <a:ext cx="4483735" cy="2995295"/>
          </a:xfrm>
          <a:prstGeom prst="rect">
            <a:avLst/>
          </a:prstGeom>
        </p:spPr>
      </p:pic>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4054475" cy="1896110"/>
          </a:xfrm>
          <a:prstGeom prst="rect">
            <a:avLst/>
          </a:prstGeom>
        </p:spPr>
        <p:txBody>
          <a:bodyPr wrap="square">
            <a:noAutofit/>
          </a:bodyPr>
          <a:p>
            <a:pPr algn="l" defTabSz="266700">
              <a:lnSpc>
                <a:spcPts val="1950"/>
              </a:lnSpc>
              <a:spcBef>
                <a:spcPts val="100"/>
              </a:spcBef>
              <a:spcAft>
                <a:spcPts val="100"/>
              </a:spcAft>
            </a:pPr>
            <a:r>
              <a:rPr lang="en-US" altLang="zh-CN" sz="1600" b="1" i="0">
                <a:solidFill>
                  <a:srgbClr val="2A2A2A"/>
                </a:solidFill>
                <a:latin typeface="Arial" panose="020B0604020202020204"/>
                <a:ea typeface="Arial" panose="020B0604020202020204"/>
              </a:rPr>
              <a:t>Modbus</a:t>
            </a:r>
            <a:r>
              <a:rPr lang="zh-CN" altLang="en-US" sz="1600" b="1" i="0">
                <a:solidFill>
                  <a:srgbClr val="2A2A2A"/>
                </a:solidFill>
                <a:latin typeface="Arial" panose="020B0604020202020204"/>
                <a:ea typeface="Arial" panose="020B0604020202020204"/>
              </a:rPr>
              <a:t>协议帧的基本结构</a:t>
            </a:r>
            <a:endParaRPr lang="zh-CN" altLang="en-US" sz="1600" b="1"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地址域（</a:t>
            </a:r>
            <a:r>
              <a:rPr lang="en-US" altLang="zh-CN" sz="1600" b="0" i="0">
                <a:solidFill>
                  <a:srgbClr val="2A2A2A"/>
                </a:solidFill>
                <a:latin typeface="Arial" panose="020B0604020202020204"/>
                <a:ea typeface="Arial" panose="020B0604020202020204"/>
              </a:rPr>
              <a:t>Address Field</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功能码（</a:t>
            </a:r>
            <a:r>
              <a:rPr lang="en-US" altLang="zh-CN" sz="1600" b="0" i="0">
                <a:solidFill>
                  <a:srgbClr val="2A2A2A"/>
                </a:solidFill>
                <a:latin typeface="Arial" panose="020B0604020202020204"/>
                <a:ea typeface="Arial" panose="020B0604020202020204"/>
              </a:rPr>
              <a:t>Function Code</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数据域（</a:t>
            </a:r>
            <a:r>
              <a:rPr lang="en-US" altLang="zh-CN" sz="1600" b="0" i="0">
                <a:solidFill>
                  <a:srgbClr val="2A2A2A"/>
                </a:solidFill>
                <a:latin typeface="Arial" panose="020B0604020202020204"/>
                <a:ea typeface="Arial" panose="020B0604020202020204"/>
              </a:rPr>
              <a:t>Data Field</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错误校验（</a:t>
            </a:r>
            <a:r>
              <a:rPr lang="en-US" altLang="zh-CN" sz="1600" b="0" i="0">
                <a:solidFill>
                  <a:srgbClr val="2A2A2A"/>
                </a:solidFill>
                <a:latin typeface="Arial" panose="020B0604020202020204"/>
                <a:ea typeface="Arial" panose="020B0604020202020204"/>
              </a:rPr>
              <a:t>Error Checking</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pic>
        <p:nvPicPr>
          <p:cNvPr id="2" name="图片 1"/>
          <p:cNvPicPr/>
          <p:nvPr/>
        </p:nvPicPr>
        <p:blipFill>
          <a:blip r:embed="rId1"/>
          <a:srcRect b="16803"/>
          <a:stretch>
            <a:fillRect/>
          </a:stretch>
        </p:blipFill>
        <p:spPr>
          <a:xfrm>
            <a:off x="4052570" y="1240790"/>
            <a:ext cx="7115175" cy="1355090"/>
          </a:xfrm>
          <a:prstGeom prst="rect">
            <a:avLst/>
          </a:prstGeom>
        </p:spPr>
      </p:pic>
      <p:sp>
        <p:nvSpPr>
          <p:cNvPr id="5" name="文本框 4"/>
          <p:cNvSpPr txBox="1"/>
          <p:nvPr/>
        </p:nvSpPr>
        <p:spPr>
          <a:xfrm>
            <a:off x="412115" y="3136900"/>
            <a:ext cx="11139170" cy="1568450"/>
          </a:xfrm>
          <a:prstGeom prst="rect">
            <a:avLst/>
          </a:prstGeom>
          <a:noFill/>
        </p:spPr>
        <p:txBody>
          <a:bodyPr wrap="square" rtlCol="0">
            <a:spAutoFit/>
          </a:bodyPr>
          <a:p>
            <a:r>
              <a:rPr lang="en-US" altLang="zh-CN" sz="1600">
                <a:solidFill>
                  <a:srgbClr val="2A2A2A"/>
                </a:solidFill>
                <a:latin typeface="Arial" panose="020B0604020202020204"/>
                <a:ea typeface="Arial" panose="020B0604020202020204"/>
              </a:rPr>
              <a:t>1 地址域（Address Field）</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作用：标识从站设备（Slave Device）的地址。</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长度：1字节（0-255）。</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说明：</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主站（Master）通过地址域指定要通信的从站。</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地址0通常用作广播地址，向所有从站发送消息（从站不会响应广播请求）。</a:t>
            </a:r>
            <a:endParaRPr lang="en-US" altLang="zh-CN" sz="1600">
              <a:solidFill>
                <a:srgbClr val="2A2A2A"/>
              </a:solidFill>
              <a:latin typeface="Arial" panose="020B0604020202020204"/>
              <a:ea typeface="Arial" panose="020B0604020202020204"/>
            </a:endParaRP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pic>
        <p:nvPicPr>
          <p:cNvPr id="2" name="图片 1"/>
          <p:cNvPicPr/>
          <p:nvPr/>
        </p:nvPicPr>
        <p:blipFill>
          <a:blip r:embed="rId1"/>
          <a:srcRect b="16803"/>
          <a:stretch>
            <a:fillRect/>
          </a:stretch>
        </p:blipFill>
        <p:spPr>
          <a:xfrm>
            <a:off x="3941445" y="1541145"/>
            <a:ext cx="7115175" cy="1355090"/>
          </a:xfrm>
          <a:prstGeom prst="rect">
            <a:avLst/>
          </a:prstGeom>
        </p:spPr>
      </p:pic>
      <p:sp>
        <p:nvSpPr>
          <p:cNvPr id="8" name="文本框 7"/>
          <p:cNvSpPr txBox="1"/>
          <p:nvPr/>
        </p:nvSpPr>
        <p:spPr>
          <a:xfrm>
            <a:off x="392430" y="1363345"/>
            <a:ext cx="11704320" cy="5077460"/>
          </a:xfrm>
          <a:prstGeom prst="rect">
            <a:avLst/>
          </a:prstGeom>
          <a:noFill/>
        </p:spPr>
        <p:txBody>
          <a:bodyPr wrap="square" rtlCol="0">
            <a:spAutoFit/>
          </a:bodyPr>
          <a:p>
            <a:r>
              <a:rPr lang="en-US" altLang="zh-CN">
                <a:solidFill>
                  <a:srgbClr val="2A2A2A"/>
                </a:solidFill>
                <a:latin typeface="Arial" panose="020B0604020202020204"/>
                <a:ea typeface="Arial" panose="020B0604020202020204"/>
                <a:sym typeface="+mn-ea"/>
              </a:rPr>
              <a:t>2 功能码（Function Code）</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作用：指示从站要执行的操作类型。</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长度：1字节。</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常见功能码：</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0x01（01）：读取线圈状态（Read Coils）。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0x02（02）：读取离散输入状态（Read Discrete Inputs）。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0x03（03）：读取保持寄存器（Read Holding Registers）。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0x04（04）：读取输入寄存器（Read Input Registers）。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0x05（05）：写单个线圈（Write Single Coil）。</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0x06（06）：写单个寄存器（Write Single Register）。</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0x0F（15）：写多个线圈（Write Multiple Coils）。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0x10（16）：写多个寄存器（Write Multiple Registers）。</a:t>
            </a:r>
            <a:endParaRPr lang="en-US" altLang="zh-CN">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3 数据域（Data Field）</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作用：包含与功能码相关的具体数据。</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长度：可变，取决于功能码和请求/响应的具体内容。</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内容：</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请求帧：包含主站希望从站执行的操作的详细信息（如寄存器地址、数量等）。</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响应帧：包含从站返回的操作结果（如寄存器值、错误代码等）。</a:t>
            </a:r>
            <a:endParaRPr lang="en-US" altLang="zh-CN"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pic>
        <p:nvPicPr>
          <p:cNvPr id="2" name="图片 1"/>
          <p:cNvPicPr/>
          <p:nvPr/>
        </p:nvPicPr>
        <p:blipFill>
          <a:blip r:embed="rId1"/>
          <a:srcRect b="16803"/>
          <a:stretch>
            <a:fillRect/>
          </a:stretch>
        </p:blipFill>
        <p:spPr>
          <a:xfrm>
            <a:off x="3941445" y="1541145"/>
            <a:ext cx="7115175" cy="1355090"/>
          </a:xfrm>
          <a:prstGeom prst="rect">
            <a:avLst/>
          </a:prstGeom>
        </p:spPr>
      </p:pic>
      <p:sp>
        <p:nvSpPr>
          <p:cNvPr id="8" name="文本框 7"/>
          <p:cNvSpPr txBox="1"/>
          <p:nvPr/>
        </p:nvSpPr>
        <p:spPr>
          <a:xfrm>
            <a:off x="241935" y="1750695"/>
            <a:ext cx="11704320" cy="2306955"/>
          </a:xfrm>
          <a:prstGeom prst="rect">
            <a:avLst/>
          </a:prstGeom>
          <a:noFill/>
        </p:spPr>
        <p:txBody>
          <a:bodyPr wrap="square" rtlCol="0">
            <a:spAutoFit/>
          </a:bodyPr>
          <a:p>
            <a:r>
              <a:rPr lang="en-US" altLang="zh-CN" sz="1800">
                <a:solidFill>
                  <a:srgbClr val="2A2A2A"/>
                </a:solidFill>
                <a:latin typeface="Arial" panose="020B0604020202020204"/>
                <a:ea typeface="Arial" panose="020B0604020202020204"/>
              </a:rPr>
              <a:t>4 </a:t>
            </a:r>
            <a:r>
              <a:rPr lang="zh-CN" altLang="en-US" sz="1800">
                <a:solidFill>
                  <a:srgbClr val="2A2A2A"/>
                </a:solidFill>
                <a:latin typeface="Arial" panose="020B0604020202020204"/>
                <a:ea typeface="Arial" panose="020B0604020202020204"/>
              </a:rPr>
              <a:t>错误校验（</a:t>
            </a:r>
            <a:r>
              <a:rPr lang="en-US" altLang="zh-CN" sz="1800">
                <a:solidFill>
                  <a:srgbClr val="2A2A2A"/>
                </a:solidFill>
                <a:latin typeface="Arial" panose="020B0604020202020204"/>
                <a:ea typeface="Arial" panose="020B0604020202020204"/>
              </a:rPr>
              <a:t>Error Checking</a:t>
            </a:r>
            <a:r>
              <a:rPr lang="zh-CN" altLang="en-US" sz="1800">
                <a:solidFill>
                  <a:srgbClr val="2A2A2A"/>
                </a:solidFill>
                <a:latin typeface="Arial" panose="020B0604020202020204"/>
                <a:ea typeface="Arial" panose="020B0604020202020204"/>
              </a:rPr>
              <a:t>）</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作用：确保数据传输的完整性。</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常见校验方式：</a:t>
            </a:r>
            <a:endParaRPr lang="zh-CN" altLang="en-US" sz="1800">
              <a:solidFill>
                <a:srgbClr val="2A2A2A"/>
              </a:solidFill>
              <a:latin typeface="Arial" panose="020B0604020202020204"/>
              <a:ea typeface="Arial" panose="020B0604020202020204"/>
            </a:endParaRPr>
          </a:p>
          <a:p>
            <a:r>
              <a:rPr lang="en-US" altLang="zh-CN" sz="1800">
                <a:solidFill>
                  <a:srgbClr val="2A2A2A"/>
                </a:solidFill>
                <a:latin typeface="Arial" panose="020B0604020202020204"/>
                <a:ea typeface="Arial" panose="020B0604020202020204"/>
              </a:rPr>
              <a:t>CRC</a:t>
            </a:r>
            <a:r>
              <a:rPr lang="zh-CN" altLang="en-US" sz="1800">
                <a:solidFill>
                  <a:srgbClr val="2A2A2A"/>
                </a:solidFill>
                <a:latin typeface="Arial" panose="020B0604020202020204"/>
                <a:ea typeface="Arial" panose="020B0604020202020204"/>
              </a:rPr>
              <a:t>（</a:t>
            </a:r>
            <a:r>
              <a:rPr lang="en-US" altLang="zh-CN" sz="1800">
                <a:solidFill>
                  <a:srgbClr val="2A2A2A"/>
                </a:solidFill>
                <a:latin typeface="Arial" panose="020B0604020202020204"/>
                <a:ea typeface="Arial" panose="020B0604020202020204"/>
              </a:rPr>
              <a:t>Cyclic Redundancy Check</a:t>
            </a:r>
            <a:r>
              <a:rPr lang="zh-CN" altLang="en-US" sz="1800">
                <a:solidFill>
                  <a:srgbClr val="2A2A2A"/>
                </a:solidFill>
                <a:latin typeface="Arial" panose="020B0604020202020204"/>
                <a:ea typeface="Arial" panose="020B0604020202020204"/>
              </a:rPr>
              <a:t>）：用于</a:t>
            </a:r>
            <a:r>
              <a:rPr lang="en-US" altLang="zh-CN" sz="1800">
                <a:solidFill>
                  <a:srgbClr val="2A2A2A"/>
                </a:solidFill>
                <a:latin typeface="Arial" panose="020B0604020202020204"/>
                <a:ea typeface="Arial" panose="020B0604020202020204"/>
              </a:rPr>
              <a:t>Modbus RTU</a:t>
            </a:r>
            <a:r>
              <a:rPr lang="zh-CN" altLang="en-US" sz="1800">
                <a:solidFill>
                  <a:srgbClr val="2A2A2A"/>
                </a:solidFill>
                <a:latin typeface="Arial" panose="020B0604020202020204"/>
                <a:ea typeface="Arial" panose="020B0604020202020204"/>
              </a:rPr>
              <a:t>模式。</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长度：</a:t>
            </a:r>
            <a:r>
              <a:rPr lang="en-US" altLang="zh-CN" sz="1800">
                <a:solidFill>
                  <a:srgbClr val="2A2A2A"/>
                </a:solidFill>
                <a:latin typeface="Arial" panose="020B0604020202020204"/>
                <a:ea typeface="Arial" panose="020B0604020202020204"/>
              </a:rPr>
              <a:t>2</a:t>
            </a:r>
            <a:r>
              <a:rPr lang="zh-CN" altLang="en-US" sz="1800">
                <a:solidFill>
                  <a:srgbClr val="2A2A2A"/>
                </a:solidFill>
                <a:latin typeface="Arial" panose="020B0604020202020204"/>
                <a:ea typeface="Arial" panose="020B0604020202020204"/>
              </a:rPr>
              <a:t>字节。</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计算方式：基于帧的所有字节（除</a:t>
            </a:r>
            <a:r>
              <a:rPr lang="en-US" altLang="zh-CN" sz="1800">
                <a:solidFill>
                  <a:srgbClr val="2A2A2A"/>
                </a:solidFill>
                <a:latin typeface="Arial" panose="020B0604020202020204"/>
                <a:ea typeface="Arial" panose="020B0604020202020204"/>
              </a:rPr>
              <a:t>CRC</a:t>
            </a:r>
            <a:r>
              <a:rPr lang="zh-CN" altLang="en-US" sz="1800">
                <a:solidFill>
                  <a:srgbClr val="2A2A2A"/>
                </a:solidFill>
                <a:latin typeface="Arial" panose="020B0604020202020204"/>
                <a:ea typeface="Arial" panose="020B0604020202020204"/>
              </a:rPr>
              <a:t>本身）进行计算。</a:t>
            </a:r>
            <a:endParaRPr lang="zh-CN" altLang="en-US" sz="1800">
              <a:solidFill>
                <a:srgbClr val="2A2A2A"/>
              </a:solidFill>
              <a:latin typeface="Arial" panose="020B0604020202020204"/>
              <a:ea typeface="Arial" panose="020B0604020202020204"/>
            </a:endParaRPr>
          </a:p>
          <a:p>
            <a:r>
              <a:rPr lang="en-US" altLang="zh-CN" sz="1800">
                <a:solidFill>
                  <a:srgbClr val="2A2A2A"/>
                </a:solidFill>
                <a:latin typeface="Arial" panose="020B0604020202020204"/>
                <a:ea typeface="Arial" panose="020B0604020202020204"/>
              </a:rPr>
              <a:t>LRC</a:t>
            </a:r>
            <a:r>
              <a:rPr lang="zh-CN" altLang="en-US" sz="1800">
                <a:solidFill>
                  <a:srgbClr val="2A2A2A"/>
                </a:solidFill>
                <a:latin typeface="Arial" panose="020B0604020202020204"/>
                <a:ea typeface="Arial" panose="020B0604020202020204"/>
              </a:rPr>
              <a:t>（</a:t>
            </a:r>
            <a:r>
              <a:rPr lang="en-US" altLang="zh-CN" sz="1800">
                <a:solidFill>
                  <a:srgbClr val="2A2A2A"/>
                </a:solidFill>
                <a:latin typeface="Arial" panose="020B0604020202020204"/>
                <a:ea typeface="Arial" panose="020B0604020202020204"/>
              </a:rPr>
              <a:t>Longitudinal Redundancy Check</a:t>
            </a:r>
            <a:r>
              <a:rPr lang="zh-CN" altLang="en-US" sz="1800">
                <a:solidFill>
                  <a:srgbClr val="2A2A2A"/>
                </a:solidFill>
                <a:latin typeface="Arial" panose="020B0604020202020204"/>
                <a:ea typeface="Arial" panose="020B0604020202020204"/>
              </a:rPr>
              <a:t>）：用于</a:t>
            </a:r>
            <a:r>
              <a:rPr lang="en-US" altLang="zh-CN" sz="1800">
                <a:solidFill>
                  <a:srgbClr val="2A2A2A"/>
                </a:solidFill>
                <a:latin typeface="Arial" panose="020B0604020202020204"/>
                <a:ea typeface="Arial" panose="020B0604020202020204"/>
              </a:rPr>
              <a:t>Modbus ASCII</a:t>
            </a:r>
            <a:r>
              <a:rPr lang="zh-CN" altLang="en-US" sz="1800">
                <a:solidFill>
                  <a:srgbClr val="2A2A2A"/>
                </a:solidFill>
                <a:latin typeface="Arial" panose="020B0604020202020204"/>
                <a:ea typeface="Arial" panose="020B0604020202020204"/>
              </a:rPr>
              <a:t>模式（较少使用）。</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长度：</a:t>
            </a:r>
            <a:r>
              <a:rPr lang="en-US" altLang="zh-CN" sz="1800">
                <a:solidFill>
                  <a:srgbClr val="2A2A2A"/>
                </a:solidFill>
                <a:latin typeface="Arial" panose="020B0604020202020204"/>
                <a:ea typeface="Arial" panose="020B0604020202020204"/>
              </a:rPr>
              <a:t>2</a:t>
            </a:r>
            <a:r>
              <a:rPr lang="zh-CN" altLang="en-US" sz="1800">
                <a:solidFill>
                  <a:srgbClr val="2A2A2A"/>
                </a:solidFill>
                <a:latin typeface="Arial" panose="020B0604020202020204"/>
                <a:ea typeface="Arial" panose="020B0604020202020204"/>
              </a:rPr>
              <a:t>字节（</a:t>
            </a:r>
            <a:r>
              <a:rPr lang="en-US" altLang="zh-CN" sz="1800">
                <a:solidFill>
                  <a:srgbClr val="2A2A2A"/>
                </a:solidFill>
                <a:latin typeface="Arial" panose="020B0604020202020204"/>
                <a:ea typeface="Arial" panose="020B0604020202020204"/>
              </a:rPr>
              <a:t>ASCII</a:t>
            </a:r>
            <a:r>
              <a:rPr lang="zh-CN" altLang="en-US" sz="1800">
                <a:solidFill>
                  <a:srgbClr val="2A2A2A"/>
                </a:solidFill>
                <a:latin typeface="Arial" panose="020B0604020202020204"/>
                <a:ea typeface="Arial" panose="020B0604020202020204"/>
              </a:rPr>
              <a:t>模式下为</a:t>
            </a:r>
            <a:r>
              <a:rPr lang="en-US" altLang="zh-CN" sz="1800">
                <a:solidFill>
                  <a:srgbClr val="2A2A2A"/>
                </a:solidFill>
                <a:latin typeface="Arial" panose="020B0604020202020204"/>
                <a:ea typeface="Arial" panose="020B0604020202020204"/>
              </a:rPr>
              <a:t>4</a:t>
            </a:r>
            <a:r>
              <a:rPr lang="zh-CN" altLang="en-US" sz="1800">
                <a:solidFill>
                  <a:srgbClr val="2A2A2A"/>
                </a:solidFill>
                <a:latin typeface="Arial" panose="020B0604020202020204"/>
                <a:ea typeface="Arial" panose="020B0604020202020204"/>
              </a:rPr>
              <a:t>个十六进制字符）。</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7" name="图片 6"/>
          <p:cNvPicPr>
            <a:picLocks noChangeAspect="1"/>
          </p:cNvPicPr>
          <p:nvPr/>
        </p:nvPicPr>
        <p:blipFill>
          <a:blip r:embed="rId1"/>
          <a:srcRect l="24999" b="6625"/>
          <a:stretch>
            <a:fillRect/>
          </a:stretch>
        </p:blipFill>
        <p:spPr>
          <a:xfrm>
            <a:off x="2556510" y="762635"/>
            <a:ext cx="8468995" cy="5908675"/>
          </a:xfrm>
          <a:prstGeom prst="rect">
            <a:avLst/>
          </a:prstGeom>
        </p:spPr>
      </p:pic>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tretch>
            <a:fillRect/>
          </a:stretch>
        </p:blipFill>
        <p:spPr>
          <a:xfrm>
            <a:off x="347345" y="2011680"/>
            <a:ext cx="11038205" cy="4506595"/>
          </a:xfrm>
          <a:prstGeom prst="rect">
            <a:avLst/>
          </a:prstGeom>
        </p:spPr>
      </p:pic>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4" name="图片 3"/>
          <p:cNvPicPr/>
          <p:nvPr/>
        </p:nvPicPr>
        <p:blipFill>
          <a:blip r:embed="rId1"/>
          <a:stretch>
            <a:fillRect/>
          </a:stretch>
        </p:blipFill>
        <p:spPr>
          <a:xfrm>
            <a:off x="515620" y="2011680"/>
            <a:ext cx="10701655" cy="4388485"/>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SPI</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488950"/>
          </a:xfrm>
        </p:spPr>
        <p:txBody>
          <a:bodyPr>
            <a:noAutofit/>
          </a:bodyPr>
          <a:p>
            <a:pPr algn="l"/>
            <a:r>
              <a:rPr lang="zh-CN" altLang="en-US" sz="1400"/>
              <a:t>串行外设接口</a:t>
            </a:r>
            <a:r>
              <a:rPr lang="en-US" altLang="zh-CN" sz="1400"/>
              <a:t> (SPI) </a:t>
            </a:r>
            <a:r>
              <a:rPr lang="zh-CN" altLang="en-US" sz="1400"/>
              <a:t>是微控制器（</a:t>
            </a:r>
            <a:r>
              <a:rPr lang="en-US" altLang="zh-CN" sz="1400"/>
              <a:t>MCU</a:t>
            </a:r>
            <a:r>
              <a:rPr lang="zh-CN" altLang="en-US" sz="1400"/>
              <a:t>）和外设</a:t>
            </a:r>
            <a:r>
              <a:rPr lang="en-US" altLang="zh-CN" sz="1400"/>
              <a:t> IC</a:t>
            </a:r>
            <a:r>
              <a:rPr lang="zh-CN" altLang="en-US" sz="1400"/>
              <a:t>（例如传感器、</a:t>
            </a:r>
            <a:r>
              <a:rPr lang="en-US" altLang="zh-CN" sz="1400"/>
              <a:t>ADC</a:t>
            </a:r>
            <a:r>
              <a:rPr lang="zh-CN" altLang="en-US" sz="1400"/>
              <a:t>、</a:t>
            </a:r>
            <a:r>
              <a:rPr lang="en-US" altLang="zh-CN" sz="1400"/>
              <a:t>DAC</a:t>
            </a:r>
            <a:r>
              <a:rPr lang="zh-CN" altLang="en-US" sz="1400"/>
              <a:t>、移位寄存器、</a:t>
            </a:r>
            <a:r>
              <a:rPr lang="en-US" altLang="zh-CN" sz="1400"/>
              <a:t>SRAM </a:t>
            </a:r>
            <a:r>
              <a:rPr lang="zh-CN" altLang="en-US" sz="1400"/>
              <a:t>等）之间最广泛使用的接口之一，近年来也被用作于</a:t>
            </a:r>
            <a:r>
              <a:rPr lang="en-US" altLang="zh-CN" sz="1400"/>
              <a:t>MCU</a:t>
            </a:r>
            <a:r>
              <a:rPr lang="zh-CN" altLang="en-US" sz="1400"/>
              <a:t>与</a:t>
            </a:r>
            <a:r>
              <a:rPr lang="en-US" altLang="zh-CN" sz="1400"/>
              <a:t>MCU</a:t>
            </a:r>
            <a:r>
              <a:rPr lang="zh-CN" altLang="en-US" sz="1400"/>
              <a:t>的通讯之中。</a:t>
            </a:r>
            <a:r>
              <a:rPr lang="en-US" altLang="zh-CN" sz="1400"/>
              <a:t>SPI</a:t>
            </a:r>
            <a:r>
              <a:rPr lang="zh-CN" altLang="en-US" sz="1400"/>
              <a:t>速率直接取决于系统时钟频率。</a:t>
            </a:r>
            <a:endParaRPr lang="zh-CN" altLang="en-US" sz="1400"/>
          </a:p>
          <a:p>
            <a:pPr algn="l"/>
            <a:endParaRPr lang="en-US" altLang="zh-CN" sz="1400"/>
          </a:p>
          <a:p>
            <a:pPr algn="l"/>
            <a:r>
              <a:rPr lang="en-US" altLang="zh-CN" sz="1400"/>
              <a:t>SPI </a:t>
            </a:r>
            <a:r>
              <a:rPr lang="zh-CN" altLang="en-US" sz="1400"/>
              <a:t>是一种基于主子节点的同步、全双工接口。来自主节点或子节点的数据在时钟上升沿或下降沿同步。主、子节点可以同时传输数据。</a:t>
            </a:r>
            <a:r>
              <a:rPr lang="en-US" altLang="zh-CN" sz="1400"/>
              <a:t>SPI </a:t>
            </a:r>
            <a:r>
              <a:rPr lang="zh-CN" altLang="en-US" sz="1400"/>
              <a:t>接口可以是</a:t>
            </a:r>
            <a:r>
              <a:rPr lang="en-US" altLang="zh-CN" sz="1400"/>
              <a:t> 3 </a:t>
            </a:r>
            <a:r>
              <a:rPr lang="zh-CN" altLang="en-US" sz="1400"/>
              <a:t>线或</a:t>
            </a:r>
            <a:r>
              <a:rPr lang="en-US" altLang="zh-CN" sz="1400"/>
              <a:t> 4 </a:t>
            </a:r>
            <a:r>
              <a:rPr lang="zh-CN" altLang="en-US" sz="1400"/>
              <a:t>线。本文重点介绍流行的</a:t>
            </a:r>
            <a:r>
              <a:rPr lang="en-US" altLang="zh-CN" sz="1400"/>
              <a:t> 4 </a:t>
            </a:r>
            <a:r>
              <a:rPr lang="zh-CN" altLang="en-US" sz="1400"/>
              <a:t>线</a:t>
            </a:r>
            <a:r>
              <a:rPr lang="en-US" altLang="zh-CN" sz="1400"/>
              <a:t> SPI </a:t>
            </a:r>
            <a:r>
              <a:rPr lang="zh-CN" altLang="en-US" sz="1400"/>
              <a:t>接口。</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20650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450215" y="2423795"/>
            <a:ext cx="6534150" cy="415607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线</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设备有四个信号：</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时钟（</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92D050"/>
                </a:solidFill>
                <a:latin typeface="Arial" panose="020B0604020202020204"/>
                <a:ea typeface="Arial" panose="020B0604020202020204"/>
              </a:rPr>
              <a:t>片选（</a:t>
            </a:r>
            <a:r>
              <a:rPr lang="en-US" altLang="zh-CN" sz="1600" b="0" i="0">
                <a:solidFill>
                  <a:srgbClr val="92D050"/>
                </a:solidFill>
                <a:latin typeface="Arial" panose="020B0604020202020204"/>
                <a:ea typeface="Arial" panose="020B0604020202020204"/>
              </a:rPr>
              <a:t>CS</a:t>
            </a:r>
            <a:r>
              <a:rPr lang="zh-CN" altLang="en-US" sz="1600" b="0" i="0">
                <a:solidFill>
                  <a:srgbClr val="92D050"/>
                </a:solidFill>
                <a:latin typeface="Arial" panose="020B0604020202020204"/>
                <a:ea typeface="Arial" panose="020B0604020202020204"/>
              </a:rPr>
              <a:t>）</a:t>
            </a:r>
            <a:endParaRPr lang="zh-CN" altLang="en-US" sz="1600" b="0" i="0">
              <a:solidFill>
                <a:srgbClr val="92D050"/>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主输出，子节点输入</a:t>
            </a:r>
            <a:r>
              <a:rPr lang="en-US" altLang="zh-CN" sz="1600" b="0" i="0">
                <a:solidFill>
                  <a:srgbClr val="2A2A2A"/>
                </a:solidFill>
                <a:latin typeface="Arial" panose="020B0604020202020204"/>
                <a:ea typeface="Arial" panose="020B0604020202020204"/>
              </a:rPr>
              <a:t> (MOSI)</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主输入，子节点输出</a:t>
            </a:r>
            <a:r>
              <a:rPr lang="en-US" altLang="zh-CN" sz="1600" b="0" i="0">
                <a:solidFill>
                  <a:srgbClr val="2A2A2A"/>
                </a:solidFill>
                <a:latin typeface="Arial" panose="020B0604020202020204"/>
                <a:ea typeface="Arial" panose="020B0604020202020204"/>
              </a:rPr>
              <a:t> (MISO)</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产生时钟信号的设备称为主设备。主节点和子节点之间传输的数据与主节点产生的时钟同步。与</a:t>
            </a:r>
            <a:r>
              <a:rPr lang="en-US" altLang="zh-CN" sz="1600" b="0" i="0">
                <a:solidFill>
                  <a:srgbClr val="2A2A2A"/>
                </a:solidFill>
                <a:latin typeface="Arial" panose="020B0604020202020204"/>
                <a:ea typeface="Arial" panose="020B0604020202020204"/>
              </a:rPr>
              <a:t> I 2</a:t>
            </a:r>
            <a:r>
              <a:rPr lang="en-US" altLang="en-US" sz="1600" b="0" i="0">
                <a:solidFill>
                  <a:srgbClr val="2A2A2A"/>
                </a:solidFill>
                <a:latin typeface="Arial" panose="020B0604020202020204"/>
                <a:ea typeface="Arial" panose="020B0604020202020204"/>
              </a:rPr>
              <a:t> </a:t>
            </a:r>
            <a:r>
              <a:rPr lang="en-US" altLang="zh-CN" sz="1600" b="0" i="0">
                <a:solidFill>
                  <a:srgbClr val="2A2A2A"/>
                </a:solidFill>
                <a:latin typeface="Arial" panose="020B0604020202020204"/>
                <a:ea typeface="Arial" panose="020B0604020202020204"/>
              </a:rPr>
              <a:t>C </a:t>
            </a:r>
            <a:r>
              <a:rPr lang="zh-CN" altLang="en-US" sz="1600" b="0" i="0">
                <a:solidFill>
                  <a:srgbClr val="2A2A2A"/>
                </a:solidFill>
                <a:latin typeface="Arial" panose="020B0604020202020204"/>
                <a:ea typeface="Arial" panose="020B0604020202020204"/>
              </a:rPr>
              <a:t>接口相比，</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设备支持更高的时钟频率。</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接口只能有一个主节点，可以有一个或多个子节点。图</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显示了主节点和子节点之间的</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连接。</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来自主节点的片选信号用于选择子节点。这通常是一个低电平有效信号，被拉高以断开子节点与</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总线的连接。当使用多个子节点时，每个子节点需要来自主节点的单独片选信号。在本文中，片选信号始终是低电平有效信号。</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MOSI</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MISO</a:t>
            </a:r>
            <a:r>
              <a:rPr lang="zh-CN" altLang="en-US" sz="1600" b="0" i="0">
                <a:solidFill>
                  <a:srgbClr val="2A2A2A"/>
                </a:solidFill>
                <a:latin typeface="Arial" panose="020B0604020202020204"/>
                <a:ea typeface="Arial" panose="020B0604020202020204"/>
              </a:rPr>
              <a:t>是数据线。</a:t>
            </a:r>
            <a:r>
              <a:rPr lang="en-US" altLang="zh-CN" sz="1600" b="0" i="0">
                <a:solidFill>
                  <a:srgbClr val="2A2A2A"/>
                </a:solidFill>
                <a:latin typeface="Arial" panose="020B0604020202020204"/>
                <a:ea typeface="Arial" panose="020B0604020202020204"/>
              </a:rPr>
              <a:t>MOSI </a:t>
            </a:r>
            <a:r>
              <a:rPr lang="zh-CN" altLang="en-US" sz="1600" b="0" i="0">
                <a:solidFill>
                  <a:srgbClr val="2A2A2A"/>
                </a:solidFill>
                <a:latin typeface="Arial" panose="020B0604020202020204"/>
                <a:ea typeface="Arial" panose="020B0604020202020204"/>
              </a:rPr>
              <a:t>将数据从主节点传输到子节点，</a:t>
            </a:r>
            <a:r>
              <a:rPr lang="en-US" altLang="zh-CN" sz="1600" b="0" i="0">
                <a:solidFill>
                  <a:srgbClr val="2A2A2A"/>
                </a:solidFill>
                <a:latin typeface="Arial" panose="020B0604020202020204"/>
                <a:ea typeface="Arial" panose="020B0604020202020204"/>
              </a:rPr>
              <a:t>MISO </a:t>
            </a:r>
            <a:r>
              <a:rPr lang="zh-CN" altLang="en-US" sz="1600" b="0" i="0">
                <a:solidFill>
                  <a:srgbClr val="2A2A2A"/>
                </a:solidFill>
                <a:latin typeface="Arial" panose="020B0604020202020204"/>
                <a:ea typeface="Arial" panose="020B0604020202020204"/>
              </a:rPr>
              <a:t>将数据从子节点传输到主节点</a:t>
            </a:r>
            <a:endParaRPr lang="zh-CN" altLang="en-US" sz="1600" b="0" i="0">
              <a:solidFill>
                <a:srgbClr val="2A2A2A"/>
              </a:solidFill>
              <a:latin typeface="Arial" panose="020B0604020202020204"/>
              <a:ea typeface="Arial" panose="020B0604020202020204"/>
            </a:endParaRPr>
          </a:p>
        </p:txBody>
      </p:sp>
      <p:pic>
        <p:nvPicPr>
          <p:cNvPr id="4" name="图片 3"/>
          <p:cNvPicPr/>
          <p:nvPr/>
        </p:nvPicPr>
        <p:blipFill>
          <a:blip r:embed="rId1"/>
          <a:stretch>
            <a:fillRect/>
          </a:stretch>
        </p:blipFill>
        <p:spPr>
          <a:xfrm>
            <a:off x="6984365" y="3096260"/>
            <a:ext cx="5121910" cy="2258060"/>
          </a:xfrm>
          <a:prstGeom prst="rect">
            <a:avLst/>
          </a:prstGeom>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331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339725" y="1432560"/>
            <a:ext cx="2545715" cy="434975"/>
          </a:xfrm>
          <a:prstGeom prst="rect">
            <a:avLst/>
          </a:prstGeom>
        </p:spPr>
        <p:txBody>
          <a:bodyPr wrap="square">
            <a:noAutofit/>
          </a:bodyPr>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常规</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a:t>
            </a:r>
            <a:endParaRPr lang="zh-CN" altLang="en-US" sz="1600" b="0" i="0">
              <a:solidFill>
                <a:srgbClr val="2A2A2A"/>
              </a:solidFill>
              <a:latin typeface="Arial" panose="020B0604020202020204"/>
              <a:ea typeface="Arial" panose="020B0604020202020204"/>
            </a:endParaRPr>
          </a:p>
        </p:txBody>
      </p:sp>
      <p:pic>
        <p:nvPicPr>
          <p:cNvPr id="11" name="图片 6" descr="IMG_256"/>
          <p:cNvPicPr>
            <a:picLocks noChangeAspect="1"/>
          </p:cNvPicPr>
          <p:nvPr/>
        </p:nvPicPr>
        <p:blipFill>
          <a:blip r:embed="rId1"/>
          <a:stretch>
            <a:fillRect/>
          </a:stretch>
        </p:blipFill>
        <p:spPr>
          <a:xfrm>
            <a:off x="340042" y="2850833"/>
            <a:ext cx="5269230" cy="2370455"/>
          </a:xfrm>
          <a:prstGeom prst="rect">
            <a:avLst/>
          </a:prstGeom>
          <a:noFill/>
          <a:ln w="9525">
            <a:noFill/>
          </a:ln>
        </p:spPr>
      </p:pic>
      <p:pic>
        <p:nvPicPr>
          <p:cNvPr id="16" name="图片 10" descr="IMG_256"/>
          <p:cNvPicPr>
            <a:picLocks noChangeAspect="1"/>
          </p:cNvPicPr>
          <p:nvPr/>
        </p:nvPicPr>
        <p:blipFill>
          <a:blip r:embed="rId2"/>
          <a:stretch>
            <a:fillRect/>
          </a:stretch>
        </p:blipFill>
        <p:spPr>
          <a:xfrm>
            <a:off x="7384732" y="2265363"/>
            <a:ext cx="2688590" cy="3904615"/>
          </a:xfrm>
          <a:prstGeom prst="rect">
            <a:avLst/>
          </a:prstGeom>
          <a:noFill/>
          <a:ln w="9525">
            <a:noFill/>
          </a:ln>
        </p:spPr>
      </p:pic>
      <p:sp>
        <p:nvSpPr>
          <p:cNvPr id="5" name="文本框 4"/>
          <p:cNvSpPr txBox="1"/>
          <p:nvPr/>
        </p:nvSpPr>
        <p:spPr>
          <a:xfrm>
            <a:off x="6794818" y="1595438"/>
            <a:ext cx="5080000" cy="337185"/>
          </a:xfrm>
          <a:prstGeom prst="rect">
            <a:avLst/>
          </a:prstGeom>
        </p:spPr>
        <p:txBody>
          <a:bodyPr>
            <a:spAutoFit/>
          </a:bodyPr>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链式</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a:t>
            </a:r>
            <a:endParaRPr lang="zh-CN" altLang="en-US" sz="1600" i="0">
              <a:solidFill>
                <a:srgbClr val="333333"/>
              </a:solidFill>
              <a:latin typeface="Arial" panose="020B0604020202020204"/>
              <a:ea typeface="Arial" panose="020B0604020202020204"/>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引脚复用功能与时钟使能：需配置相关引脚的复用功能，使能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时钟。例如在</a:t>
            </a:r>
            <a:r>
              <a:rPr lang="en-US" altLang="zh-CN" sz="1600" b="0" i="0">
                <a:solidFill>
                  <a:srgbClr val="2A2A2A"/>
                </a:solidFill>
                <a:latin typeface="Arial" panose="020B0604020202020204"/>
                <a:ea typeface="Arial" panose="020B0604020202020204"/>
              </a:rPr>
              <a:t>STM32</a:t>
            </a:r>
            <a:r>
              <a:rPr lang="zh-CN" altLang="en-US" sz="1600" b="0" i="0">
                <a:solidFill>
                  <a:srgbClr val="2A2A2A"/>
                </a:solidFill>
                <a:latin typeface="Arial" panose="020B0604020202020204"/>
                <a:ea typeface="Arial" panose="020B0604020202020204"/>
              </a:rPr>
              <a:t>中，通过</a:t>
            </a:r>
            <a:r>
              <a:rPr lang="en-US" altLang="zh-CN" sz="1600" b="0" i="0">
                <a:solidFill>
                  <a:srgbClr val="2A2A2A"/>
                </a:solidFill>
                <a:latin typeface="Arial" panose="020B0604020202020204"/>
                <a:ea typeface="Arial" panose="020B0604020202020204"/>
              </a:rPr>
              <a:t>GPIO_Init</a:t>
            </a:r>
            <a:r>
              <a:rPr lang="zh-CN" altLang="en-US" sz="1600" b="0" i="0">
                <a:solidFill>
                  <a:srgbClr val="2A2A2A"/>
                </a:solidFill>
                <a:latin typeface="Arial" panose="020B0604020202020204"/>
                <a:ea typeface="Arial" panose="020B0604020202020204"/>
              </a:rPr>
              <a:t>函数初始化引脚，并调用</a:t>
            </a:r>
            <a:r>
              <a:rPr lang="en-US" altLang="zh-CN" sz="1600" b="0" i="0">
                <a:solidFill>
                  <a:srgbClr val="2A2A2A"/>
                </a:solidFill>
                <a:latin typeface="Arial" panose="020B0604020202020204"/>
                <a:ea typeface="Arial" panose="020B0604020202020204"/>
              </a:rPr>
              <a:t>SPI_Cmd</a:t>
            </a:r>
            <a:r>
              <a:rPr lang="zh-CN" altLang="en-US" sz="1600" b="0" i="0">
                <a:solidFill>
                  <a:srgbClr val="2A2A2A"/>
                </a:solidFill>
                <a:latin typeface="Arial" panose="020B0604020202020204"/>
                <a:ea typeface="Arial" panose="020B0604020202020204"/>
              </a:rPr>
              <a:t>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模块。</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工作模式设置：通过</a:t>
            </a:r>
            <a:r>
              <a:rPr lang="en-US" altLang="zh-CN" sz="1600" b="0" i="0">
                <a:solidFill>
                  <a:srgbClr val="2A2A2A"/>
                </a:solidFill>
                <a:latin typeface="Arial" panose="020B0604020202020204"/>
                <a:ea typeface="Arial" panose="020B0604020202020204"/>
              </a:rPr>
              <a:t>SPI_InitTypeDef</a:t>
            </a:r>
            <a:r>
              <a:rPr lang="zh-CN" altLang="en-US" sz="1600" b="0" i="0">
                <a:solidFill>
                  <a:srgbClr val="2A2A2A"/>
                </a:solidFill>
                <a:latin typeface="Arial" panose="020B0604020202020204"/>
                <a:ea typeface="Arial" panose="020B0604020202020204"/>
              </a:rPr>
              <a:t>结构体配置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的工作模式，包括主从模式（</a:t>
            </a:r>
            <a:r>
              <a:rPr lang="en-US" altLang="zh-CN" sz="1600" b="0" i="0">
                <a:solidFill>
                  <a:srgbClr val="2A2A2A"/>
                </a:solidFill>
                <a:latin typeface="Arial" panose="020B0604020202020204"/>
                <a:ea typeface="Arial" panose="020B0604020202020204"/>
              </a:rPr>
              <a:t>SPI_Mode</a:t>
            </a:r>
            <a:r>
              <a:rPr lang="zh-CN" altLang="en-US" sz="1600" b="0" i="0">
                <a:solidFill>
                  <a:srgbClr val="2A2A2A"/>
                </a:solidFill>
                <a:latin typeface="Arial" panose="020B0604020202020204"/>
                <a:ea typeface="Arial" panose="020B0604020202020204"/>
              </a:rPr>
              <a:t>）、数据格式（</a:t>
            </a:r>
            <a:r>
              <a:rPr lang="en-US" altLang="zh-CN" sz="1600" b="0" i="0">
                <a:solidFill>
                  <a:srgbClr val="2A2A2A"/>
                </a:solidFill>
                <a:latin typeface="Arial" panose="020B0604020202020204"/>
                <a:ea typeface="Arial" panose="020B0604020202020204"/>
              </a:rPr>
              <a:t>SPI_DataSize</a:t>
            </a:r>
            <a:r>
              <a:rPr lang="zh-CN" altLang="en-US" sz="1600" b="0" i="0">
                <a:solidFill>
                  <a:srgbClr val="2A2A2A"/>
                </a:solidFill>
                <a:latin typeface="Arial" panose="020B0604020202020204"/>
                <a:ea typeface="Arial" panose="020B0604020202020204"/>
              </a:rPr>
              <a:t>）、时钟极性（</a:t>
            </a:r>
            <a:r>
              <a:rPr lang="en-US" altLang="zh-CN" sz="1600" b="0" i="0">
                <a:solidFill>
                  <a:srgbClr val="2A2A2A"/>
                </a:solidFill>
                <a:latin typeface="Arial" panose="020B0604020202020204"/>
                <a:ea typeface="Arial" panose="020B0604020202020204"/>
              </a:rPr>
              <a:t>SPI_CPOL</a:t>
            </a:r>
            <a:r>
              <a:rPr lang="zh-CN" altLang="en-US" sz="1600" b="0" i="0">
                <a:solidFill>
                  <a:srgbClr val="2A2A2A"/>
                </a:solidFill>
                <a:latin typeface="Arial" panose="020B0604020202020204"/>
                <a:ea typeface="Arial" panose="020B0604020202020204"/>
              </a:rPr>
              <a:t>）、时钟相位（</a:t>
            </a:r>
            <a:r>
              <a:rPr lang="en-US" altLang="zh-CN" sz="1600" b="0" i="0">
                <a:solidFill>
                  <a:srgbClr val="2A2A2A"/>
                </a:solidFill>
                <a:latin typeface="Arial" panose="020B0604020202020204"/>
                <a:ea typeface="Arial" panose="020B0604020202020204"/>
              </a:rPr>
              <a:t>SPI_CPHA</a:t>
            </a:r>
            <a:r>
              <a:rPr lang="zh-CN" altLang="en-US" sz="1600" b="0" i="0">
                <a:solidFill>
                  <a:srgbClr val="2A2A2A"/>
                </a:solidFill>
                <a:latin typeface="Arial" panose="020B0604020202020204"/>
                <a:ea typeface="Arial" panose="020B0604020202020204"/>
              </a:rPr>
              <a:t>）等。</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有四种工作模式，需根据从设备要求选择合适的模式。</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a:t>
            </a:r>
            <a:r>
              <a:rPr lang="zh-CN" altLang="en-US" sz="1600" b="0" i="0">
                <a:solidFill>
                  <a:srgbClr val="2A2A2A"/>
                </a:solidFill>
                <a:latin typeface="Arial" panose="020B0604020202020204"/>
                <a:ea typeface="Arial" panose="020B0604020202020204"/>
              </a:rPr>
              <a:t>时钟频率配置：设置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的时钟频率（</a:t>
            </a:r>
            <a:r>
              <a:rPr lang="en-US" altLang="zh-CN" sz="1600" b="0" i="0">
                <a:solidFill>
                  <a:srgbClr val="2A2A2A"/>
                </a:solidFill>
                <a:latin typeface="Arial" panose="020B0604020202020204"/>
                <a:ea typeface="Arial" panose="020B0604020202020204"/>
              </a:rPr>
              <a:t>SPI_BaudRatePrescaler</a:t>
            </a:r>
            <a:r>
              <a:rPr lang="zh-CN" altLang="en-US" sz="1600" b="0" i="0">
                <a:solidFill>
                  <a:srgbClr val="2A2A2A"/>
                </a:solidFill>
                <a:latin typeface="Arial" panose="020B0604020202020204"/>
                <a:ea typeface="Arial" panose="020B0604020202020204"/>
              </a:rPr>
              <a:t>），通常通过分频系数或预分频器实现。实际速率受限于从设备的最高支持频率，需参考设备手册。</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片选信号控制：配置片选信号（</a:t>
            </a:r>
            <a:r>
              <a:rPr lang="en-US" altLang="zh-CN" sz="1600" b="0" i="0">
                <a:solidFill>
                  <a:srgbClr val="2A2A2A"/>
                </a:solidFill>
                <a:latin typeface="Arial" panose="020B0604020202020204"/>
                <a:ea typeface="Arial" panose="020B0604020202020204"/>
              </a:rPr>
              <a:t>CS/SS</a:t>
            </a:r>
            <a:r>
              <a:rPr lang="zh-CN" altLang="en-US" sz="1600" b="0" i="0">
                <a:solidFill>
                  <a:srgbClr val="2A2A2A"/>
                </a:solidFill>
                <a:latin typeface="Arial" panose="020B0604020202020204"/>
                <a:ea typeface="Arial" panose="020B0604020202020204"/>
              </a:rPr>
              <a:t>）的极性和行为。片选信号通常为低电平有效，用于选择从设备。在多从机配置中，需为每个从机提供单独的片选信号。</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数据传输顺序：配置数据传输的顺序（</a:t>
            </a:r>
            <a:r>
              <a:rPr lang="en-US" altLang="zh-CN" sz="1600" b="0" i="0">
                <a:solidFill>
                  <a:srgbClr val="2A2A2A"/>
                </a:solidFill>
                <a:latin typeface="Arial" panose="020B0604020202020204"/>
                <a:ea typeface="Arial" panose="020B0604020202020204"/>
              </a:rPr>
              <a:t>SPI_FirstBit</a:t>
            </a:r>
            <a:r>
              <a:rPr lang="zh-CN" altLang="en-US" sz="1600" b="0" i="0">
                <a:solidFill>
                  <a:srgbClr val="2A2A2A"/>
                </a:solidFill>
                <a:latin typeface="Arial" panose="020B0604020202020204"/>
                <a:ea typeface="Arial" panose="020B0604020202020204"/>
              </a:rPr>
              <a:t>），即</a:t>
            </a:r>
            <a:r>
              <a:rPr lang="en-US" altLang="zh-CN" sz="1600" b="0" i="0">
                <a:solidFill>
                  <a:srgbClr val="2A2A2A"/>
                </a:solidFill>
                <a:latin typeface="Arial" panose="020B0604020202020204"/>
                <a:ea typeface="Arial" panose="020B0604020202020204"/>
              </a:rPr>
              <a:t>MSB</a:t>
            </a:r>
            <a:r>
              <a:rPr lang="zh-CN" altLang="en-US" sz="1600" b="0" i="0">
                <a:solidFill>
                  <a:srgbClr val="2A2A2A"/>
                </a:solidFill>
                <a:latin typeface="Arial" panose="020B0604020202020204"/>
                <a:ea typeface="Arial" panose="020B0604020202020204"/>
              </a:rPr>
              <a:t>（最高有效位）在前还是</a:t>
            </a:r>
            <a:r>
              <a:rPr lang="en-US" altLang="zh-CN" sz="1600" b="0" i="0">
                <a:solidFill>
                  <a:srgbClr val="2A2A2A"/>
                </a:solidFill>
                <a:latin typeface="Arial" panose="020B0604020202020204"/>
                <a:ea typeface="Arial" panose="020B0604020202020204"/>
              </a:rPr>
              <a:t>LSB</a:t>
            </a:r>
            <a:r>
              <a:rPr lang="zh-CN" altLang="en-US" sz="1600" b="0" i="0">
                <a:solidFill>
                  <a:srgbClr val="2A2A2A"/>
                </a:solidFill>
                <a:latin typeface="Arial" panose="020B0604020202020204"/>
                <a:ea typeface="Arial" panose="020B0604020202020204"/>
              </a:rPr>
              <a:t>（最低有效位）在前。</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校验配置（可选）：通过</a:t>
            </a:r>
            <a:r>
              <a:rPr lang="en-US" altLang="zh-CN" sz="1600" b="0" i="0">
                <a:solidFill>
                  <a:srgbClr val="2A2A2A"/>
                </a:solidFill>
                <a:latin typeface="Arial" panose="020B0604020202020204"/>
                <a:ea typeface="Arial" panose="020B0604020202020204"/>
              </a:rPr>
              <a:t>SPI_CRCPolynomial</a:t>
            </a:r>
            <a:r>
              <a:rPr lang="zh-CN" altLang="en-US" sz="1600" b="0" i="0">
                <a:solidFill>
                  <a:srgbClr val="2A2A2A"/>
                </a:solidFill>
                <a:latin typeface="Arial" panose="020B0604020202020204"/>
                <a:ea typeface="Arial" panose="020B0604020202020204"/>
              </a:rPr>
              <a:t>设置</a:t>
            </a: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校验多项式，以提高通信可靠性。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中断与状态标志：配置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的中断使能，并通过状态标志（如</a:t>
            </a:r>
            <a:r>
              <a:rPr lang="en-US" altLang="zh-CN" sz="1600" b="0" i="0">
                <a:solidFill>
                  <a:srgbClr val="2A2A2A"/>
                </a:solidFill>
                <a:latin typeface="Arial" panose="020B0604020202020204"/>
                <a:ea typeface="Arial" panose="020B0604020202020204"/>
              </a:rPr>
              <a:t>SPI_I2S_FLAG_RXNE</a:t>
            </a:r>
            <a:r>
              <a:rPr lang="zh-CN" altLang="en-US" sz="1600" b="0" i="0">
                <a:solidFill>
                  <a:srgbClr val="2A2A2A"/>
                </a:solidFill>
                <a:latin typeface="Arial" panose="020B0604020202020204"/>
                <a:ea typeface="Arial" panose="020B0604020202020204"/>
              </a:rPr>
              <a:t>）监控数据传输状态。</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1633220"/>
          </a:xfrm>
          <a:prstGeom prst="rect">
            <a:avLst/>
          </a:prstGeom>
        </p:spPr>
        <p:txBody>
          <a:bodyPr wrap="square">
            <a:noAutofit/>
          </a:bodyPr>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时钟极性和时钟相位</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在</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中，主要可以选择时钟极性和时钟相位。</a:t>
            </a:r>
            <a:r>
              <a:rPr lang="en-US" altLang="zh-CN" sz="1600" b="0" i="0">
                <a:solidFill>
                  <a:srgbClr val="2A2A2A"/>
                </a:solidFill>
                <a:latin typeface="Arial" panose="020B0604020202020204"/>
                <a:ea typeface="Arial" panose="020B0604020202020204"/>
              </a:rPr>
              <a:t>CPOL </a:t>
            </a:r>
            <a:r>
              <a:rPr lang="zh-CN" altLang="en-US" sz="1600" b="0" i="0">
                <a:solidFill>
                  <a:srgbClr val="2A2A2A"/>
                </a:solidFill>
                <a:latin typeface="Arial" panose="020B0604020202020204"/>
                <a:ea typeface="Arial" panose="020B0604020202020204"/>
              </a:rPr>
              <a:t>位设置空闲状态期间时钟信号的极性。空闲状态定义为</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为高电平并在传输开始时转变为低电平以及</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为低电平并在传输结束时转变为高电平的时段。</a:t>
            </a:r>
            <a:r>
              <a:rPr lang="en-US" altLang="zh-CN" sz="1600" b="0" i="0">
                <a:solidFill>
                  <a:srgbClr val="2A2A2A"/>
                </a:solidFill>
                <a:latin typeface="Arial" panose="020B0604020202020204"/>
                <a:ea typeface="Arial" panose="020B0604020202020204"/>
              </a:rPr>
              <a:t>CPHA </a:t>
            </a:r>
            <a:r>
              <a:rPr lang="zh-CN" altLang="en-US" sz="1600" b="0" i="0">
                <a:solidFill>
                  <a:srgbClr val="2A2A2A"/>
                </a:solidFill>
                <a:latin typeface="Arial" panose="020B0604020202020204"/>
                <a:ea typeface="Arial" panose="020B0604020202020204"/>
              </a:rPr>
              <a:t>位选择时钟相位。根据</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位，上升或下降时钟沿用于采样和</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或移位数据。主节点必须根据子节点的要求选择时钟极性和时钟相位。根据</a:t>
            </a:r>
            <a:r>
              <a:rPr lang="en-US" altLang="zh-CN" sz="1600" b="0" i="0">
                <a:solidFill>
                  <a:srgbClr val="2A2A2A"/>
                </a:solidFill>
                <a:latin typeface="Arial" panose="020B0604020202020204"/>
                <a:ea typeface="Arial" panose="020B0604020202020204"/>
              </a:rPr>
              <a:t> CPOL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位的选择，有四种</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模式可用。</a:t>
            </a:r>
            <a:endParaRPr lang="zh-CN" altLang="en-US" sz="1600" b="0" i="0">
              <a:solidFill>
                <a:srgbClr val="2A2A2A"/>
              </a:solidFill>
              <a:latin typeface="Arial" panose="020B0604020202020204"/>
              <a:ea typeface="Arial" panose="020B0604020202020204"/>
            </a:endParaRPr>
          </a:p>
        </p:txBody>
      </p:sp>
      <p:sp>
        <p:nvSpPr>
          <p:cNvPr id="2" name="文本框 1"/>
          <p:cNvSpPr txBox="1"/>
          <p:nvPr/>
        </p:nvSpPr>
        <p:spPr>
          <a:xfrm>
            <a:off x="2786063" y="3339783"/>
            <a:ext cx="5080000" cy="337185"/>
          </a:xfrm>
          <a:prstGeom prst="rect">
            <a:avLst/>
          </a:prstGeom>
        </p:spPr>
        <p:txBody>
          <a:bodyPr>
            <a:spAutoFit/>
          </a:bodyPr>
          <a:p>
            <a:pPr marL="1333500" indent="266700" algn="just" defTabSz="266700">
              <a:spcBef>
                <a:spcPct val="0"/>
              </a:spcBef>
              <a:spcAft>
                <a:spcPct val="0"/>
              </a:spcAft>
            </a:pPr>
            <a:r>
              <a:rPr lang="zh-CN" altLang="en-US" sz="1600" b="1" i="0">
                <a:solidFill>
                  <a:srgbClr val="333333"/>
                </a:solidFill>
                <a:latin typeface="Arial" panose="020B0604020202020204"/>
                <a:ea typeface="Arial" panose="020B0604020202020204"/>
              </a:rPr>
              <a:t>四种 </a:t>
            </a:r>
            <a:r>
              <a:rPr lang="en-US" altLang="zh-CN" sz="1600" b="1" i="0">
                <a:solidFill>
                  <a:srgbClr val="333333"/>
                </a:solidFill>
                <a:latin typeface="Arial" panose="020B0604020202020204"/>
                <a:ea typeface="Arial" panose="020B0604020202020204"/>
              </a:rPr>
              <a:t>SPI </a:t>
            </a:r>
            <a:r>
              <a:rPr lang="zh-CN" altLang="en-US" sz="1600" b="1" i="0">
                <a:solidFill>
                  <a:srgbClr val="333333"/>
                </a:solidFill>
                <a:latin typeface="Arial" panose="020B0604020202020204"/>
                <a:ea typeface="Arial" panose="020B0604020202020204"/>
              </a:rPr>
              <a:t>模式</a:t>
            </a:r>
            <a:endParaRPr lang="zh-CN" altLang="en-US" sz="1600" b="1" i="0">
              <a:solidFill>
                <a:srgbClr val="333333"/>
              </a:solidFill>
              <a:latin typeface="Arial" panose="020B0604020202020204"/>
              <a:ea typeface="Arial" panose="020B0604020202020204"/>
            </a:endParaRPr>
          </a:p>
        </p:txBody>
      </p:sp>
      <p:graphicFrame>
        <p:nvGraphicFramePr>
          <p:cNvPr id="3" name="表格 2"/>
          <p:cNvGraphicFramePr/>
          <p:nvPr/>
        </p:nvGraphicFramePr>
        <p:xfrm>
          <a:off x="2786063" y="3676968"/>
          <a:ext cx="5568950" cy="0"/>
        </p:xfrm>
        <a:graphic>
          <a:graphicData uri="http://schemas.openxmlformats.org/drawingml/2006/table">
            <a:tbl>
              <a:tblPr/>
              <a:tblGrid>
                <a:gridCol w="729615"/>
                <a:gridCol w="677545"/>
                <a:gridCol w="937260"/>
                <a:gridCol w="1007110"/>
                <a:gridCol w="2217420"/>
              </a:tblGrid>
              <a:tr h="0">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SPI</a:t>
                      </a:r>
                      <a:r>
                        <a:rPr lang="zh-CN" altLang="en-US" sz="1100" b="1" i="0">
                          <a:solidFill>
                            <a:srgbClr val="000000"/>
                          </a:solidFill>
                          <a:latin typeface="Arial" panose="020B0604020202020204"/>
                          <a:ea typeface="Arial" panose="020B0604020202020204"/>
                        </a:rPr>
                        <a:t>模式</a:t>
                      </a:r>
                      <a:endParaRPr lang="zh-CN" altLang="en-US"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CPOL</a:t>
                      </a:r>
                      <a:endParaRPr lang="en-US" alt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CPHA</a:t>
                      </a:r>
                      <a:endParaRPr lang="en-US" alt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空闲状态下的时钟极性</a:t>
                      </a:r>
                      <a:endParaRPr 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用于采样和</a:t>
                      </a:r>
                      <a:r>
                        <a:rPr lang="en-US" altLang="zh-CN" sz="1100" b="1" i="0">
                          <a:solidFill>
                            <a:srgbClr val="000000"/>
                          </a:solidFill>
                          <a:latin typeface="Arial" panose="020B0604020202020204"/>
                          <a:ea typeface="Arial" panose="020B0604020202020204"/>
                        </a:rPr>
                        <a:t>/</a:t>
                      </a:r>
                      <a:r>
                        <a:rPr lang="zh-CN" altLang="en-US" sz="1100" b="1" i="0">
                          <a:solidFill>
                            <a:srgbClr val="000000"/>
                          </a:solidFill>
                          <a:latin typeface="Arial" panose="020B0604020202020204"/>
                          <a:ea typeface="Arial" panose="020B0604020202020204"/>
                        </a:rPr>
                        <a:t>或移位数据的时钟相位</a:t>
                      </a:r>
                      <a:endParaRPr lang="zh-CN" altLang="en-US"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0</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0</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0</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逻辑低电平</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数据在上升沿采样并在下降沿移出</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1</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0</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1</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逻辑低电平</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数据在下降沿采样并在上升沿移出</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2</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1</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0</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逻辑高电平</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数据在下降沿采样并在上升沿移出</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3</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1</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rgbClr val="636363"/>
                          </a:solidFill>
                          <a:latin typeface="Arial" panose="020B0604020202020204"/>
                          <a:ea typeface="Arial" panose="020B0604020202020204"/>
                        </a:rPr>
                        <a:t>1</a:t>
                      </a:r>
                      <a:endParaRPr lang="en-US" alt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逻辑高电平</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0" i="0">
                          <a:solidFill>
                            <a:srgbClr val="636363"/>
                          </a:solidFill>
                          <a:latin typeface="Arial" panose="020B0604020202020204"/>
                          <a:ea typeface="Arial" panose="020B0604020202020204"/>
                        </a:rPr>
                        <a:t>数据在上升沿采样并在下降沿移出</a:t>
                      </a:r>
                      <a:endParaRPr lang="zh-CN" sz="1100" b="0" i="0">
                        <a:solidFill>
                          <a:srgbClr val="636363"/>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bl>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4" name="文本框 3"/>
          <p:cNvSpPr txBox="1"/>
          <p:nvPr/>
        </p:nvSpPr>
        <p:spPr>
          <a:xfrm>
            <a:off x="333058" y="1441927"/>
            <a:ext cx="5080000" cy="1568450"/>
          </a:xfrm>
          <a:prstGeom prst="rect">
            <a:avLst/>
          </a:prstGeom>
        </p:spPr>
        <p:txBody>
          <a:bodyPr>
            <a:spAutoFit/>
          </a:bodyPr>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在这些示例中，数据显示在 </a:t>
            </a:r>
            <a:r>
              <a:rPr lang="en-US" altLang="zh-CN" sz="1600" i="0">
                <a:solidFill>
                  <a:srgbClr val="333333"/>
                </a:solidFill>
                <a:latin typeface="Arial" panose="020B0604020202020204"/>
                <a:ea typeface="Arial" panose="020B0604020202020204"/>
              </a:rPr>
              <a:t>MOSI </a:t>
            </a:r>
            <a:r>
              <a:rPr lang="zh-CN" altLang="en-US" sz="1600" i="0">
                <a:solidFill>
                  <a:srgbClr val="333333"/>
                </a:solidFill>
                <a:latin typeface="Arial" panose="020B0604020202020204"/>
                <a:ea typeface="Arial" panose="020B0604020202020204"/>
              </a:rPr>
              <a:t>和 </a:t>
            </a:r>
            <a:r>
              <a:rPr lang="en-US" altLang="zh-CN" sz="1600" i="0">
                <a:solidFill>
                  <a:srgbClr val="333333"/>
                </a:solidFill>
                <a:latin typeface="Arial" panose="020B0604020202020204"/>
                <a:ea typeface="Arial" panose="020B0604020202020204"/>
              </a:rPr>
              <a:t>MISO </a:t>
            </a:r>
            <a:r>
              <a:rPr lang="zh-CN" altLang="en-US" sz="1600" i="0">
                <a:solidFill>
                  <a:srgbClr val="333333"/>
                </a:solidFill>
                <a:latin typeface="Arial" panose="020B0604020202020204"/>
                <a:ea typeface="Arial" panose="020B0604020202020204"/>
              </a:rPr>
              <a:t>线上。传输的开始和结束用绿色虚线表示，采样边缘用橙色表示，移位边缘用蓝色表示。请注意，这些数字仅供说明之用。为了成功进行 </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通信，用户必须参考产品数据表并确保满足器件的时序规范。</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5" name="图片 4"/>
          <p:cNvPicPr/>
          <p:nvPr/>
        </p:nvPicPr>
        <p:blipFill>
          <a:blip r:embed="rId1"/>
          <a:stretch>
            <a:fillRect/>
          </a:stretch>
        </p:blipFill>
        <p:spPr>
          <a:xfrm>
            <a:off x="333058" y="3102452"/>
            <a:ext cx="5496242" cy="1600517"/>
          </a:xfrm>
          <a:prstGeom prst="rect">
            <a:avLst/>
          </a:prstGeom>
        </p:spPr>
      </p:pic>
      <p:sp>
        <p:nvSpPr>
          <p:cNvPr id="8" name="文本框 7"/>
          <p:cNvSpPr txBox="1"/>
          <p:nvPr/>
        </p:nvSpPr>
        <p:spPr>
          <a:xfrm>
            <a:off x="541338" y="4794568"/>
            <a:ext cx="5080000" cy="583565"/>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低，数据在上升沿采样并在下降沿移位</a:t>
            </a:r>
            <a:endParaRPr lang="zh-CN" altLang="en-US" sz="1600" i="0">
              <a:solidFill>
                <a:srgbClr val="333333"/>
              </a:solidFill>
              <a:latin typeface="Arial" panose="020B0604020202020204"/>
              <a:ea typeface="Arial" panose="020B0604020202020204"/>
            </a:endParaRPr>
          </a:p>
        </p:txBody>
      </p:sp>
      <p:sp>
        <p:nvSpPr>
          <p:cNvPr id="9" name="文本框 8"/>
          <p:cNvSpPr txBox="1"/>
          <p:nvPr/>
        </p:nvSpPr>
        <p:spPr>
          <a:xfrm>
            <a:off x="6008053" y="1584802"/>
            <a:ext cx="5080000" cy="1076325"/>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，表示时钟信号的空闲状态为低电平。该模式下时钟相位为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endParaRPr lang="zh-CN" altLang="en-US" sz="1600" i="0">
              <a:solidFill>
                <a:srgbClr val="333333"/>
              </a:solidFill>
              <a:latin typeface="Arial" panose="020B0604020202020204"/>
              <a:ea typeface="Arial" panose="020B0604020202020204"/>
            </a:endParaRPr>
          </a:p>
        </p:txBody>
      </p:sp>
      <p:pic>
        <p:nvPicPr>
          <p:cNvPr id="10" name="图片 9"/>
          <p:cNvPicPr/>
          <p:nvPr/>
        </p:nvPicPr>
        <p:blipFill>
          <a:blip r:embed="rId2"/>
          <a:stretch>
            <a:fillRect/>
          </a:stretch>
        </p:blipFill>
        <p:spPr>
          <a:xfrm>
            <a:off x="6008370" y="3005455"/>
            <a:ext cx="5650865" cy="1718310"/>
          </a:xfrm>
          <a:prstGeom prst="rect">
            <a:avLst/>
          </a:prstGeom>
        </p:spPr>
      </p:pic>
      <p:sp>
        <p:nvSpPr>
          <p:cNvPr id="11" name="文本框 10"/>
          <p:cNvSpPr txBox="1"/>
          <p:nvPr/>
        </p:nvSpPr>
        <p:spPr>
          <a:xfrm>
            <a:off x="6008053" y="4795044"/>
            <a:ext cx="5080000" cy="583565"/>
          </a:xfrm>
          <a:prstGeom prst="rect">
            <a:avLst/>
          </a:prstGeom>
        </p:spPr>
        <p:txBody>
          <a:bodyPr>
            <a:spAutoFit/>
          </a:bodyPr>
          <a:p>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低电平，数据在下降沿采样并在上升沿移位。</a:t>
            </a:r>
            <a:endParaRPr lang="zh-CN" altLang="en-US" sz="1600" i="0">
              <a:solidFill>
                <a:srgbClr val="333333"/>
              </a:solidFill>
              <a:latin typeface="Arial" panose="020B0604020202020204"/>
              <a:ea typeface="Arial" panose="020B0604020202020204"/>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2" name="文本框 1"/>
          <p:cNvSpPr txBox="1"/>
          <p:nvPr/>
        </p:nvSpPr>
        <p:spPr>
          <a:xfrm>
            <a:off x="489268" y="1488917"/>
            <a:ext cx="5080000" cy="1568450"/>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，表示时钟信号的空闲状态为高电平。该模式下的时钟相位为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3" name="图片 2"/>
          <p:cNvPicPr/>
          <p:nvPr/>
        </p:nvPicPr>
        <p:blipFill>
          <a:blip r:embed="rId1"/>
          <a:stretch>
            <a:fillRect/>
          </a:stretch>
        </p:blipFill>
        <p:spPr>
          <a:xfrm>
            <a:off x="489268" y="3057367"/>
            <a:ext cx="5267642" cy="1276667"/>
          </a:xfrm>
          <a:prstGeom prst="rect">
            <a:avLst/>
          </a:prstGeom>
        </p:spPr>
      </p:pic>
      <p:sp>
        <p:nvSpPr>
          <p:cNvPr id="7" name="文本框 6"/>
          <p:cNvSpPr txBox="1"/>
          <p:nvPr/>
        </p:nvSpPr>
        <p:spPr>
          <a:xfrm>
            <a:off x="489268" y="4334034"/>
            <a:ext cx="5080000" cy="1198880"/>
          </a:xfrm>
          <a:prstGeom prst="rect">
            <a:avLst/>
          </a:prstGeom>
        </p:spPr>
        <p:txBody>
          <a:bodyPr>
            <a:spAutoFit/>
          </a:bodyPr>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高电平，数据在下降沿采样并在上升沿移位。</a:t>
            </a:r>
            <a:endParaRPr lang="zh-CN" altLang="en-US" sz="1600" i="0">
              <a:solidFill>
                <a:srgbClr val="333333"/>
              </a:solidFill>
              <a:latin typeface="Arial" panose="020B0604020202020204"/>
              <a:ea typeface="Arial" panose="020B0604020202020204"/>
            </a:endParaRPr>
          </a:p>
        </p:txBody>
      </p:sp>
      <p:sp>
        <p:nvSpPr>
          <p:cNvPr id="12" name="文本框 11"/>
          <p:cNvSpPr txBox="1"/>
          <p:nvPr/>
        </p:nvSpPr>
        <p:spPr>
          <a:xfrm>
            <a:off x="6068378" y="1336517"/>
            <a:ext cx="5080000" cy="1568450"/>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，表示时钟信号的空闲状态为高电平。该模式下的时钟相位为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，表示在时钟信号的上升沿（橙色虚线所示）采样数据，在时钟信号的下降沿（蓝色虚线所示）移位数据。</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13" name="图片 12"/>
          <p:cNvPicPr/>
          <p:nvPr/>
        </p:nvPicPr>
        <p:blipFill>
          <a:blip r:embed="rId2"/>
          <a:stretch>
            <a:fillRect/>
          </a:stretch>
        </p:blipFill>
        <p:spPr>
          <a:xfrm>
            <a:off x="6068378" y="2904967"/>
            <a:ext cx="5277167" cy="1581467"/>
          </a:xfrm>
          <a:prstGeom prst="rect">
            <a:avLst/>
          </a:prstGeom>
        </p:spPr>
      </p:pic>
      <p:sp>
        <p:nvSpPr>
          <p:cNvPr id="14" name="文本框 13"/>
          <p:cNvSpPr txBox="1"/>
          <p:nvPr/>
        </p:nvSpPr>
        <p:spPr>
          <a:xfrm>
            <a:off x="6068378" y="4486434"/>
            <a:ext cx="5080000" cy="1198880"/>
          </a:xfrm>
          <a:prstGeom prst="rect">
            <a:avLst/>
          </a:prstGeom>
        </p:spPr>
        <p:txBody>
          <a:bodyPr>
            <a:spAutoFit/>
          </a:bodyPr>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高电平，数据在上升沿采样并在下降沿移位</a:t>
            </a:r>
            <a:endParaRPr lang="zh-CN" altLang="en-US" sz="1600" i="0">
              <a:solidFill>
                <a:srgbClr val="333333"/>
              </a:solidFill>
              <a:latin typeface="Arial" panose="020B0604020202020204"/>
              <a:ea typeface="Arial" panose="020B0604020202020204"/>
            </a:endParaRP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数据帧大小：</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通信的数据帧大小通常由数据宽度（即数据位的大小）决定。标准</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接口通常支持从</a:t>
            </a: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位到</a:t>
            </a:r>
            <a:r>
              <a:rPr lang="en-US" altLang="zh-CN" sz="1600" b="0" i="0">
                <a:solidFill>
                  <a:srgbClr val="2A2A2A"/>
                </a:solidFill>
                <a:latin typeface="Arial" panose="020B0604020202020204"/>
                <a:ea typeface="Arial" panose="020B0604020202020204"/>
              </a:rPr>
              <a:t>32</a:t>
            </a:r>
            <a:r>
              <a:rPr lang="zh-CN" altLang="en-US" sz="1600" b="0" i="0">
                <a:solidFill>
                  <a:srgbClr val="2A2A2A"/>
                </a:solidFill>
                <a:latin typeface="Arial" panose="020B0604020202020204"/>
                <a:ea typeface="Arial" panose="020B0604020202020204"/>
              </a:rPr>
              <a:t>位不等的宽度。例如，一个常见的配置是</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位数据宽度，这意味着每次可以传输</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字节）的数据。</a:t>
            </a:r>
            <a:endParaRPr lang="zh-CN" altLang="en-US" sz="1600" b="0" i="0">
              <a:solidFill>
                <a:srgbClr val="2A2A2A"/>
              </a:solidFill>
              <a:latin typeface="Arial" panose="020B0604020202020204"/>
              <a:ea typeface="Arial" panose="020B0604020202020204"/>
            </a:endParaRPr>
          </a:p>
        </p:txBody>
      </p:sp>
      <p:pic>
        <p:nvPicPr>
          <p:cNvPr id="4" name="图片 3"/>
          <p:cNvPicPr/>
          <p:nvPr/>
        </p:nvPicPr>
        <p:blipFill>
          <a:blip r:embed="rId1"/>
          <a:stretch>
            <a:fillRect/>
          </a:stretch>
        </p:blipFill>
        <p:spPr>
          <a:xfrm>
            <a:off x="2651760" y="1819593"/>
            <a:ext cx="6429375" cy="4200525"/>
          </a:xfrm>
          <a:prstGeom prst="rect">
            <a:avLst/>
          </a:prstGeom>
        </p:spPr>
      </p:pic>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通信协议并没有一个大家公认的协议层</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Serial Peripheral Interface</a:t>
            </a:r>
            <a:r>
              <a:rPr lang="zh-CN" altLang="en-US" sz="1600" b="0" i="0">
                <a:solidFill>
                  <a:srgbClr val="2A2A2A"/>
                </a:solidFill>
                <a:latin typeface="Arial" panose="020B0604020202020204"/>
                <a:ea typeface="Arial" panose="020B0604020202020204"/>
              </a:rPr>
              <a:t>）是一种广泛使用的串行通信协议，主要用于单片机和外围设备之间的通信。</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采用主从架构，支持全双工通信，通常被称为四线串行总线，包括</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（串行时钟）、</a:t>
            </a:r>
            <a:r>
              <a:rPr lang="en-US" altLang="zh-CN" sz="1600" b="0" i="0">
                <a:solidFill>
                  <a:srgbClr val="2A2A2A"/>
                </a:solidFill>
                <a:latin typeface="Arial" panose="020B0604020202020204"/>
                <a:ea typeface="Arial" panose="020B0604020202020204"/>
              </a:rPr>
              <a:t>MOSI</a:t>
            </a:r>
            <a:r>
              <a:rPr lang="zh-CN" altLang="en-US" sz="1600" b="0" i="0">
                <a:solidFill>
                  <a:srgbClr val="2A2A2A"/>
                </a:solidFill>
                <a:latin typeface="Arial" panose="020B0604020202020204"/>
                <a:ea typeface="Arial" panose="020B0604020202020204"/>
              </a:rPr>
              <a:t>（主设备输出从设备输入）、</a:t>
            </a:r>
            <a:r>
              <a:rPr lang="en-US" altLang="zh-CN" sz="1600" b="0" i="0">
                <a:solidFill>
                  <a:srgbClr val="2A2A2A"/>
                </a:solidFill>
                <a:latin typeface="Arial" panose="020B0604020202020204"/>
                <a:ea typeface="Arial" panose="020B0604020202020204"/>
              </a:rPr>
              <a:t>MISO</a:t>
            </a:r>
            <a:r>
              <a:rPr lang="zh-CN" altLang="en-US" sz="1600" b="0" i="0">
                <a:solidFill>
                  <a:srgbClr val="2A2A2A"/>
                </a:solidFill>
                <a:latin typeface="Arial" panose="020B0604020202020204"/>
                <a:ea typeface="Arial" panose="020B0604020202020204"/>
              </a:rPr>
              <a:t>（主设备输入从设备输出）和</a:t>
            </a:r>
            <a:r>
              <a:rPr lang="en-US" altLang="zh-CN" sz="1600" b="0" i="0">
                <a:solidFill>
                  <a:srgbClr val="2A2A2A"/>
                </a:solidFill>
                <a:latin typeface="Arial" panose="020B0604020202020204"/>
                <a:ea typeface="Arial" panose="020B0604020202020204"/>
              </a:rPr>
              <a:t>SS/CS</a:t>
            </a:r>
            <a:r>
              <a:rPr lang="zh-CN" altLang="en-US" sz="1600" b="0" i="0">
                <a:solidFill>
                  <a:srgbClr val="2A2A2A"/>
                </a:solidFill>
                <a:latin typeface="Arial" panose="020B0604020202020204"/>
                <a:ea typeface="Arial" panose="020B0604020202020204"/>
              </a:rPr>
              <a:t>（从机选择</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片选）四条线</a:t>
            </a:r>
            <a:r>
              <a:rPr lang="en-US" altLang="zh-CN"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由于</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本身没有高层协议，每个</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从设备（如传感器、存储器、显示器控制器、以太网控制器等）的制造商必须定义自己的命令集、数据格式和通信流程。需要查阅每个特定设备的详细数据手册才能知道。</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br>
              <a:rPr lang="zh-CN" altLang="en-US" sz="1600" b="0" i="0">
                <a:solidFill>
                  <a:srgbClr val="2A2A2A"/>
                </a:solidFill>
                <a:latin typeface="Arial" panose="020B0604020202020204"/>
                <a:ea typeface="Arial" panose="020B0604020202020204"/>
              </a:rPr>
            </a:br>
            <a:r>
              <a:rPr lang="zh-CN" altLang="en-US" sz="1600" b="0" i="0">
                <a:solidFill>
                  <a:srgbClr val="2A2A2A"/>
                </a:solidFill>
                <a:latin typeface="Arial" panose="020B0604020202020204"/>
                <a:ea typeface="Arial" panose="020B0604020202020204"/>
              </a:rPr>
              <a:t>很多</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设备（如</a:t>
            </a:r>
            <a:r>
              <a:rPr lang="en-US" altLang="zh-CN" sz="1600" b="0" i="0">
                <a:solidFill>
                  <a:srgbClr val="2A2A2A"/>
                </a:solidFill>
                <a:latin typeface="Arial" panose="020B0604020202020204"/>
                <a:ea typeface="Arial" panose="020B0604020202020204"/>
              </a:rPr>
              <a:t> ADC</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DAC</a:t>
            </a:r>
            <a:r>
              <a:rPr lang="zh-CN" altLang="en-US" sz="1600" b="0" i="0">
                <a:solidFill>
                  <a:srgbClr val="2A2A2A"/>
                </a:solidFill>
                <a:latin typeface="Arial" panose="020B0604020202020204"/>
                <a:ea typeface="Arial" panose="020B0604020202020204"/>
              </a:rPr>
              <a:t>、传感器）采用一种简单的</a:t>
            </a:r>
            <a:r>
              <a:rPr lang="en-US" altLang="zh-CN" sz="1600" b="0" i="0">
                <a:solidFill>
                  <a:srgbClr val="2A2A2A"/>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命令</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模型。</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寄存器读写模式（最常见）：</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写操作：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主设备发送一个</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写命令</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字节（通常包含一个</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标志位</a:t>
            </a:r>
            <a:r>
              <a:rPr lang="en-US" altLang="zh-CN" sz="1600" b="0" i="0">
                <a:solidFill>
                  <a:srgbClr val="2A2A2A"/>
                </a:solidFill>
                <a:latin typeface="Arial" panose="020B0604020202020204"/>
                <a:ea typeface="Arial" panose="020B0604020202020204"/>
              </a:rPr>
              <a:t> + </a:t>
            </a:r>
            <a:r>
              <a:rPr lang="zh-CN" altLang="en-US" sz="1600" b="0" i="0">
                <a:solidFill>
                  <a:srgbClr val="2A2A2A"/>
                </a:solidFill>
                <a:latin typeface="Arial" panose="020B0604020202020204"/>
                <a:ea typeface="Arial" panose="020B0604020202020204"/>
              </a:rPr>
              <a:t>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主设备紧接着发送要写入该寄存器的数据字节（</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个或多个）。</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读操作：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主设备发送一个</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读命令</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字节（通常包含一个</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标志位</a:t>
            </a:r>
            <a:r>
              <a:rPr lang="en-US" altLang="zh-CN" sz="1600" b="0" i="0">
                <a:solidFill>
                  <a:srgbClr val="2A2A2A"/>
                </a:solidFill>
                <a:latin typeface="Arial" panose="020B0604020202020204"/>
                <a:ea typeface="Arial" panose="020B0604020202020204"/>
              </a:rPr>
              <a:t> + </a:t>
            </a:r>
            <a:r>
              <a:rPr lang="zh-CN" altLang="en-US" sz="1600" b="0" i="0">
                <a:solidFill>
                  <a:srgbClr val="2A2A2A"/>
                </a:solidFill>
                <a:latin typeface="Arial" panose="020B0604020202020204"/>
                <a:ea typeface="Arial" panose="020B0604020202020204"/>
              </a:rPr>
              <a:t>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主设备继续发送时钟（</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），但此时发送的数据可能是无效的（如</a:t>
            </a:r>
            <a:r>
              <a:rPr lang="en-US" altLang="zh-CN" sz="1600" b="0" i="0">
                <a:solidFill>
                  <a:srgbClr val="2A2A2A"/>
                </a:solidFill>
                <a:latin typeface="Arial" panose="020B0604020202020204"/>
                <a:ea typeface="Arial" panose="020B0604020202020204"/>
              </a:rPr>
              <a:t> 0x00 </a:t>
            </a:r>
            <a:r>
              <a:rPr lang="zh-CN" altLang="en-US" sz="1600" b="0" i="0">
                <a:solidFill>
                  <a:srgbClr val="2A2A2A"/>
                </a:solidFill>
                <a:latin typeface="Arial" panose="020B0604020202020204"/>
                <a:ea typeface="Arial" panose="020B0604020202020204"/>
              </a:rPr>
              <a:t>或</a:t>
            </a:r>
            <a:r>
              <a:rPr lang="en-US" altLang="zh-CN" sz="1600" b="0" i="0">
                <a:solidFill>
                  <a:srgbClr val="2A2A2A"/>
                </a:solidFill>
                <a:latin typeface="Arial" panose="020B0604020202020204"/>
                <a:ea typeface="Arial" panose="020B0604020202020204"/>
              </a:rPr>
              <a:t> 0xFF</a:t>
            </a:r>
            <a:r>
              <a:rPr lang="zh-CN" altLang="en-US" sz="1600" b="0" i="0">
                <a:solidFill>
                  <a:srgbClr val="2A2A2A"/>
                </a:solidFill>
                <a:latin typeface="Arial" panose="020B0604020202020204"/>
                <a:ea typeface="Arial" panose="020B0604020202020204"/>
              </a:rPr>
              <a:t>，称为</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哑元</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数据）。</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从设备在接收到读命令和地址后，会在后续的</a:t>
            </a:r>
            <a:r>
              <a:rPr lang="en-US" altLang="zh-CN" sz="1600" b="0" i="0">
                <a:solidFill>
                  <a:srgbClr val="2A2A2A"/>
                </a:solidFill>
                <a:latin typeface="Arial" panose="020B0604020202020204"/>
                <a:ea typeface="Arial" panose="020B0604020202020204"/>
              </a:rPr>
              <a:t> SCLK </a:t>
            </a:r>
            <a:r>
              <a:rPr lang="zh-CN" altLang="en-US" sz="1600" b="0" i="0">
                <a:solidFill>
                  <a:srgbClr val="2A2A2A"/>
                </a:solidFill>
                <a:latin typeface="Arial" panose="020B0604020202020204"/>
                <a:ea typeface="Arial" panose="020B0604020202020204"/>
              </a:rPr>
              <a:t>周期中通过</a:t>
            </a:r>
            <a:r>
              <a:rPr lang="en-US" altLang="zh-CN" sz="1600" b="0" i="0">
                <a:solidFill>
                  <a:srgbClr val="2A2A2A"/>
                </a:solidFill>
                <a:latin typeface="Arial" panose="020B0604020202020204"/>
                <a:ea typeface="Arial" panose="020B0604020202020204"/>
              </a:rPr>
              <a:t> MISO </a:t>
            </a:r>
            <a:r>
              <a:rPr lang="zh-CN" altLang="en-US" sz="1600" b="0" i="0">
                <a:solidFill>
                  <a:srgbClr val="2A2A2A"/>
                </a:solidFill>
                <a:latin typeface="Arial" panose="020B0604020202020204"/>
                <a:ea typeface="Arial" panose="020B0604020202020204"/>
              </a:rPr>
              <a:t>线返回该寄存器的内容。</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p:txBody>
      </p:sp>
      <p:pic>
        <p:nvPicPr>
          <p:cNvPr id="2" name="图片 1"/>
          <p:cNvPicPr/>
          <p:nvPr/>
        </p:nvPicPr>
        <p:blipFill>
          <a:blip r:embed="rId1"/>
          <a:stretch>
            <a:fillRect/>
          </a:stretch>
        </p:blipFill>
        <p:spPr>
          <a:xfrm>
            <a:off x="3220403" y="537528"/>
            <a:ext cx="5867400" cy="6276975"/>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自建</a:t>
            </a:r>
            <a:r>
              <a:rPr lang="zh-CN" altLang="en-US" sz="1600" b="0" i="0">
                <a:solidFill>
                  <a:srgbClr val="2A2A2A"/>
                </a:solidFill>
                <a:latin typeface="Arial" panose="020B0604020202020204"/>
                <a:ea typeface="Arial" panose="020B0604020202020204"/>
              </a:rPr>
              <a:t>协议</a:t>
            </a:r>
            <a:endParaRPr lang="zh-CN" altLang="en-US" sz="1600" b="0" i="0">
              <a:solidFill>
                <a:srgbClr val="2A2A2A"/>
              </a:solidFill>
              <a:latin typeface="Arial" panose="020B0604020202020204"/>
              <a:ea typeface="Arial" panose="020B0604020202020204"/>
            </a:endParaRPr>
          </a:p>
          <a:p>
            <a:pPr indent="457200" algn="l" defTabSz="266700">
              <a:lnSpc>
                <a:spcPts val="1950"/>
              </a:lnSpc>
              <a:spcBef>
                <a:spcPts val="100"/>
              </a:spcBef>
              <a:spcAft>
                <a:spcPts val="100"/>
              </a:spcAft>
            </a:pPr>
            <a:r>
              <a:rPr lang="zh-CN" altLang="en-US" sz="1600">
                <a:solidFill>
                  <a:srgbClr val="FF0000"/>
                </a:solidFill>
                <a:latin typeface="Arial" panose="020B0604020202020204"/>
                <a:ea typeface="Arial" panose="020B0604020202020204"/>
                <a:sym typeface="+mn-ea"/>
              </a:rPr>
              <a:t>命令</a:t>
            </a:r>
            <a:r>
              <a:rPr lang="en-US" altLang="zh-CN" sz="1600">
                <a:solidFill>
                  <a:srgbClr val="FF0000"/>
                </a:solidFill>
                <a:latin typeface="Arial" panose="020B0604020202020204"/>
                <a:ea typeface="Arial" panose="020B0604020202020204"/>
                <a:sym typeface="+mn-ea"/>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校验</a:t>
            </a:r>
            <a:endParaRPr lang="zh-CN" altLang="en-US" sz="1600" b="0" i="0">
              <a:solidFill>
                <a:srgbClr val="FF0000"/>
              </a:solidFill>
              <a:latin typeface="Arial" panose="020B0604020202020204"/>
              <a:ea typeface="Arial" panose="020B0604020202020204"/>
            </a:endParaRP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rcRect r="44844"/>
          <a:stretch>
            <a:fillRect/>
          </a:stretch>
        </p:blipFill>
        <p:spPr>
          <a:xfrm>
            <a:off x="181610" y="2137410"/>
            <a:ext cx="4785995" cy="4598670"/>
          </a:xfrm>
          <a:prstGeom prst="rect">
            <a:avLst/>
          </a:prstGeom>
        </p:spPr>
      </p:pic>
      <p:pic>
        <p:nvPicPr>
          <p:cNvPr id="4" name="图片 3"/>
          <p:cNvPicPr/>
          <p:nvPr/>
        </p:nvPicPr>
        <p:blipFill>
          <a:blip r:embed="rId2"/>
          <a:srcRect b="6160"/>
          <a:stretch>
            <a:fillRect/>
          </a:stretch>
        </p:blipFill>
        <p:spPr>
          <a:xfrm>
            <a:off x="5525135" y="2352040"/>
            <a:ext cx="6481445" cy="4169410"/>
          </a:xfrm>
          <a:prstGeom prst="rect">
            <a:avLst/>
          </a:prstGeom>
        </p:spPr>
      </p:pic>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I2C</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388620"/>
          </a:xfrm>
        </p:spPr>
        <p:txBody>
          <a:bodyPr>
            <a:noAutofit/>
          </a:bodyPr>
          <a:p>
            <a:pPr algn="l"/>
            <a:r>
              <a:rPr lang="zh-CN" altLang="en-US" sz="1400"/>
              <a:t>它由飞利浦公司（现为恩智浦半导体公司）在</a:t>
            </a:r>
            <a:r>
              <a:rPr lang="en-US" altLang="zh-CN" sz="1400"/>
              <a:t>20</a:t>
            </a:r>
            <a:r>
              <a:rPr lang="zh-CN" altLang="en-US" sz="1400"/>
              <a:t>世纪</a:t>
            </a:r>
            <a:r>
              <a:rPr lang="en-US" altLang="zh-CN" sz="1400"/>
              <a:t>80</a:t>
            </a:r>
            <a:r>
              <a:rPr lang="zh-CN" altLang="en-US" sz="1400"/>
              <a:t>年代初开发，广泛应用于各种嵌入式系统。</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520700" y="198374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硬件最重要的注意是在</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上加入上拉电阻。</a:t>
            </a:r>
            <a:r>
              <a:rPr lang="en-US" altLang="zh-CN" sz="1600" b="0" i="0">
                <a:solidFill>
                  <a:srgbClr val="2A2A2A"/>
                </a:solidFill>
                <a:latin typeface="Arial" panose="020B0604020202020204"/>
                <a:ea typeface="Arial" panose="020B0604020202020204"/>
              </a:rPr>
              <a:t>I2C</a:t>
            </a:r>
            <a:r>
              <a:rPr lang="zh-CN" altLang="en-US" sz="1600" b="0" i="0">
                <a:solidFill>
                  <a:srgbClr val="2A2A2A"/>
                </a:solidFill>
                <a:latin typeface="Arial" panose="020B0604020202020204"/>
                <a:ea typeface="Arial" panose="020B0604020202020204"/>
              </a:rPr>
              <a:t>器件通过开集或开漏引脚连接到总线，将线路拉低。当没有数据传输时，</a:t>
            </a:r>
            <a:r>
              <a:rPr lang="en-US" altLang="zh-CN" sz="1600" b="0" i="0">
                <a:solidFill>
                  <a:srgbClr val="2A2A2A"/>
                </a:solidFill>
                <a:latin typeface="Arial" panose="020B0604020202020204"/>
                <a:ea typeface="Arial" panose="020B0604020202020204"/>
              </a:rPr>
              <a:t>I2C</a:t>
            </a:r>
            <a:r>
              <a:rPr lang="zh-CN" altLang="en-US" sz="1600" b="0" i="0">
                <a:solidFill>
                  <a:srgbClr val="2A2A2A"/>
                </a:solidFill>
                <a:latin typeface="Arial" panose="020B0604020202020204"/>
                <a:ea typeface="Arial" panose="020B0604020202020204"/>
              </a:rPr>
              <a:t>总线处于高电平空闲状态；线路被被动拉高。要传输数据，须切换线路，即先拉低再释放（又变为高电平）。数据位在时钟下降沿传输。</a:t>
            </a:r>
            <a:endParaRPr lang="zh-CN" altLang="en-US" sz="1600" b="0" i="0">
              <a:solidFill>
                <a:srgbClr val="2A2A2A"/>
              </a:solidFill>
              <a:latin typeface="Arial" panose="020B0604020202020204"/>
              <a:ea typeface="Arial" panose="020B0604020202020204"/>
            </a:endParaRPr>
          </a:p>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开漏输出需要一个上拉电阻才能正确输出高电平。上拉电阻连接在输出引脚和高电平所需的输出电压之间。</a:t>
            </a:r>
            <a:endParaRPr lang="zh-CN" altLang="en-US" sz="1600" b="0" i="0">
              <a:solidFill>
                <a:srgbClr val="2A2A2A"/>
              </a:solidFill>
              <a:latin typeface="Arial" panose="020B0604020202020204"/>
              <a:ea typeface="Arial" panose="020B0604020202020204"/>
            </a:endParaRPr>
          </a:p>
        </p:txBody>
      </p:sp>
      <p:pic>
        <p:nvPicPr>
          <p:cNvPr id="15" name="图片 9" descr="IMG_256"/>
          <p:cNvPicPr>
            <a:picLocks noChangeAspect="1"/>
          </p:cNvPicPr>
          <p:nvPr/>
        </p:nvPicPr>
        <p:blipFill>
          <a:blip r:embed="rId1"/>
          <a:stretch>
            <a:fillRect/>
          </a:stretch>
        </p:blipFill>
        <p:spPr>
          <a:xfrm>
            <a:off x="6094095" y="3078163"/>
            <a:ext cx="5273675" cy="2036445"/>
          </a:xfrm>
          <a:prstGeom prst="rect">
            <a:avLst/>
          </a:prstGeom>
          <a:noFill/>
          <a:ln w="9525">
            <a:noFill/>
          </a:ln>
        </p:spPr>
      </p:pic>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I2C</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双线通信：</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协议使用两根线进行通信，一根是数据线（</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），另一根是时钟线（</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）。这两条线是双向的，可以同时进行发送和接收数据。</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多主多从：</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总线上可以有多个主设备和多个从设备。主设备是发起通信并控制时钟信号的设备，而从设备则响应主设备的请求。</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a:t>
            </a:r>
            <a:r>
              <a:rPr lang="zh-CN" altLang="en-US" sz="1600" b="0" i="0">
                <a:solidFill>
                  <a:srgbClr val="2A2A2A"/>
                </a:solidFill>
                <a:latin typeface="Arial" panose="020B0604020202020204"/>
                <a:ea typeface="Arial" panose="020B0604020202020204"/>
              </a:rPr>
              <a:t>地址唯一性：每个从设备都有一个唯一的地址，这使得主设备能够与总线上特定的从设备进行通信。</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同步通信：数据传输由时钟信号同步，主设备生成时钟信号，从设备按时钟信号的节奏传输数据。</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速度和灵活性：</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支持标准模式（</a:t>
            </a:r>
            <a:r>
              <a:rPr lang="en-US" altLang="zh-CN" sz="1600" b="0" i="0">
                <a:solidFill>
                  <a:srgbClr val="2A2A2A"/>
                </a:solidFill>
                <a:latin typeface="Arial" panose="020B0604020202020204"/>
                <a:ea typeface="Arial" panose="020B0604020202020204"/>
              </a:rPr>
              <a:t>100 kbps</a:t>
            </a:r>
            <a:r>
              <a:rPr lang="zh-CN" altLang="en-US" sz="1600" b="0" i="0">
                <a:solidFill>
                  <a:srgbClr val="2A2A2A"/>
                </a:solidFill>
                <a:latin typeface="Arial" panose="020B0604020202020204"/>
                <a:ea typeface="Arial" panose="020B0604020202020204"/>
              </a:rPr>
              <a:t>）、快速模式（</a:t>
            </a:r>
            <a:r>
              <a:rPr lang="en-US" altLang="zh-CN" sz="1600" b="0" i="0">
                <a:solidFill>
                  <a:srgbClr val="2A2A2A"/>
                </a:solidFill>
                <a:latin typeface="Arial" panose="020B0604020202020204"/>
                <a:ea typeface="Arial" panose="020B0604020202020204"/>
              </a:rPr>
              <a:t>400 kbps</a:t>
            </a:r>
            <a:r>
              <a:rPr lang="zh-CN" altLang="en-US" sz="1600" b="0" i="0">
                <a:solidFill>
                  <a:srgbClr val="2A2A2A"/>
                </a:solidFill>
                <a:latin typeface="Arial" panose="020B0604020202020204"/>
                <a:ea typeface="Arial" panose="020B0604020202020204"/>
              </a:rPr>
              <a:t>）、高速模式（</a:t>
            </a:r>
            <a:r>
              <a:rPr lang="en-US" altLang="zh-CN" sz="1600" b="0" i="0">
                <a:solidFill>
                  <a:srgbClr val="2A2A2A"/>
                </a:solidFill>
                <a:latin typeface="Arial" panose="020B0604020202020204"/>
                <a:ea typeface="Arial" panose="020B0604020202020204"/>
              </a:rPr>
              <a:t>3.4 Mbps</a:t>
            </a:r>
            <a:r>
              <a:rPr lang="zh-CN" altLang="en-US" sz="1600" b="0" i="0">
                <a:solidFill>
                  <a:srgbClr val="2A2A2A"/>
                </a:solidFill>
                <a:latin typeface="Arial" panose="020B0604020202020204"/>
                <a:ea typeface="Arial" panose="020B0604020202020204"/>
              </a:rPr>
              <a:t>）、超高速模式（</a:t>
            </a:r>
            <a:r>
              <a:rPr lang="en-US" altLang="zh-CN" sz="1600" b="0" i="0">
                <a:solidFill>
                  <a:srgbClr val="2A2A2A"/>
                </a:solidFill>
                <a:latin typeface="Arial" panose="020B0604020202020204"/>
                <a:ea typeface="Arial" panose="020B0604020202020204"/>
              </a:rPr>
              <a:t>5 Mbps</a:t>
            </a:r>
            <a:r>
              <a:rPr lang="zh-CN" altLang="en-US" sz="1600" b="0" i="0">
                <a:solidFill>
                  <a:srgbClr val="2A2A2A"/>
                </a:solidFill>
                <a:latin typeface="Arial" panose="020B0604020202020204"/>
                <a:ea typeface="Arial" panose="020B0604020202020204"/>
              </a:rPr>
              <a:t>）等不同的通信速度。</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协议常用于传感器、显示器、</a:t>
            </a:r>
            <a:r>
              <a:rPr lang="en-US" altLang="zh-CN" sz="1600" b="0" i="0">
                <a:solidFill>
                  <a:srgbClr val="2A2A2A"/>
                </a:solidFill>
                <a:latin typeface="Arial" panose="020B0604020202020204"/>
                <a:ea typeface="Arial" panose="020B0604020202020204"/>
              </a:rPr>
              <a:t>EEPROM</a:t>
            </a:r>
            <a:r>
              <a:rPr lang="zh-CN" altLang="en-US" sz="1600" b="0" i="0">
                <a:solidFill>
                  <a:srgbClr val="2A2A2A"/>
                </a:solidFill>
                <a:latin typeface="Arial" panose="020B0604020202020204"/>
                <a:ea typeface="Arial" panose="020B0604020202020204"/>
              </a:rPr>
              <a:t>、实时时钟和其他外围设备的通信，因为它只需要两条通信线，简化了电路设计和连接。</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/10</a:t>
            </a:r>
            <a:r>
              <a:rPr lang="zh-CN" altLang="en-US" sz="1600" b="0" i="0">
                <a:solidFill>
                  <a:srgbClr val="2A2A2A"/>
                </a:solidFill>
                <a:latin typeface="Arial" panose="020B0604020202020204"/>
                <a:ea typeface="Arial" panose="020B0604020202020204"/>
              </a:rPr>
              <a:t>位设备地址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通常有</a:t>
            </a:r>
            <a:r>
              <a:rPr lang="en-US" altLang="zh-CN" sz="1600" b="0" i="0">
                <a:solidFill>
                  <a:srgbClr val="2A2A2A"/>
                </a:solidFill>
                <a:latin typeface="Arial" panose="020B0604020202020204"/>
                <a:ea typeface="Arial" panose="020B0604020202020204"/>
              </a:rPr>
              <a:t> 7 </a:t>
            </a:r>
            <a:r>
              <a:rPr lang="zh-CN" altLang="en-US" sz="1600" b="0" i="0">
                <a:solidFill>
                  <a:srgbClr val="2A2A2A"/>
                </a:solidFill>
                <a:latin typeface="Arial" panose="020B0604020202020204"/>
                <a:ea typeface="Arial" panose="020B0604020202020204"/>
              </a:rPr>
              <a:t>位地址，并且只有</a:t>
            </a:r>
            <a:r>
              <a:rPr lang="en-US" altLang="zh-CN" sz="1600" b="0" i="0">
                <a:solidFill>
                  <a:srgbClr val="2A2A2A"/>
                </a:solidFill>
                <a:latin typeface="Arial" panose="020B0604020202020204"/>
                <a:ea typeface="Arial" panose="020B0604020202020204"/>
              </a:rPr>
              <a:t> 127 </a:t>
            </a:r>
            <a:r>
              <a:rPr lang="zh-CN" altLang="en-US" sz="1600" b="0" i="0">
                <a:solidFill>
                  <a:srgbClr val="2A2A2A"/>
                </a:solidFill>
                <a:latin typeface="Arial" panose="020B0604020202020204"/>
                <a:ea typeface="Arial" panose="020B0604020202020204"/>
              </a:rPr>
              <a:t>个不同的</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设备。然而，实际上，</a:t>
            </a: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设备的类型要多得多，并且</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设备很有可能在总线上具有相同的地址。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为了克服这一限制，许多器件通过外部配置引脚使用双地址以及</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位地址方案。</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10 </a:t>
            </a:r>
            <a:r>
              <a:rPr lang="zh-CN" altLang="en-US" sz="1600" b="0" i="0">
                <a:solidFill>
                  <a:srgbClr val="2A2A2A"/>
                </a:solidFill>
                <a:latin typeface="Arial" panose="020B0604020202020204"/>
                <a:ea typeface="Arial" panose="020B0604020202020204"/>
              </a:rPr>
              <a:t>位地址方案对普通</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协议有两个影响：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地址帧现在有两个字节而不是</a:t>
            </a:r>
            <a:r>
              <a:rPr lang="en-US" altLang="zh-CN" sz="1600" b="0" i="0">
                <a:solidFill>
                  <a:srgbClr val="2A2A2A"/>
                </a:solidFill>
                <a:latin typeface="Arial" panose="020B0604020202020204"/>
                <a:ea typeface="Arial" panose="020B0604020202020204"/>
              </a:rPr>
              <a:t> 1 </a:t>
            </a:r>
            <a:r>
              <a:rPr lang="zh-CN" altLang="en-US" sz="1600" b="0" i="0">
                <a:solidFill>
                  <a:srgbClr val="2A2A2A"/>
                </a:solidFill>
                <a:latin typeface="Arial" panose="020B0604020202020204"/>
                <a:ea typeface="Arial" panose="020B0604020202020204"/>
              </a:rPr>
              <a:t>个字节。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第一个字节的前五个最高有效位用于标识</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位地址，约定为</a:t>
            </a:r>
            <a:r>
              <a:rPr lang="en-US" altLang="zh-CN" sz="1600" b="0" i="0">
                <a:solidFill>
                  <a:srgbClr val="2A2A2A"/>
                </a:solidFill>
                <a:latin typeface="Arial" panose="020B0604020202020204"/>
                <a:ea typeface="Arial" panose="020B0604020202020204"/>
              </a:rPr>
              <a:t>“11110”</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pic>
        <p:nvPicPr>
          <p:cNvPr id="17" name="图片 11" descr="IMG_256"/>
          <p:cNvPicPr>
            <a:picLocks noChangeAspect="1"/>
          </p:cNvPicPr>
          <p:nvPr/>
        </p:nvPicPr>
        <p:blipFill>
          <a:blip r:embed="rId1"/>
          <a:stretch>
            <a:fillRect/>
          </a:stretch>
        </p:blipFill>
        <p:spPr>
          <a:xfrm>
            <a:off x="1266825" y="3391535"/>
            <a:ext cx="10068560" cy="3156585"/>
          </a:xfrm>
          <a:prstGeom prst="rect">
            <a:avLst/>
          </a:prstGeom>
          <a:noFill/>
          <a:ln w="9525">
            <a:noFill/>
          </a:ln>
        </p:spPr>
      </p:pic>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18" name="图片 12" descr="IMG_256"/>
          <p:cNvPicPr>
            <a:picLocks noChangeAspect="1"/>
          </p:cNvPicPr>
          <p:nvPr/>
        </p:nvPicPr>
        <p:blipFill>
          <a:blip r:embed="rId1"/>
          <a:stretch>
            <a:fillRect/>
          </a:stretch>
        </p:blipFill>
        <p:spPr>
          <a:xfrm>
            <a:off x="2190750" y="777240"/>
            <a:ext cx="8955405" cy="2181225"/>
          </a:xfrm>
          <a:prstGeom prst="rect">
            <a:avLst/>
          </a:prstGeom>
          <a:noFill/>
          <a:ln w="9525">
            <a:noFill/>
          </a:ln>
        </p:spPr>
      </p:pic>
      <p:pic>
        <p:nvPicPr>
          <p:cNvPr id="19" name="图片 13" descr="IMG_256"/>
          <p:cNvPicPr>
            <a:picLocks noChangeAspect="1"/>
          </p:cNvPicPr>
          <p:nvPr/>
        </p:nvPicPr>
        <p:blipFill>
          <a:blip r:embed="rId2"/>
          <a:stretch>
            <a:fillRect/>
          </a:stretch>
        </p:blipFill>
        <p:spPr>
          <a:xfrm>
            <a:off x="0" y="3197860"/>
            <a:ext cx="12048490" cy="3280410"/>
          </a:xfrm>
          <a:prstGeom prst="rect">
            <a:avLst/>
          </a:prstGeom>
          <a:noFill/>
          <a:ln w="9525">
            <a:noFill/>
          </a:ln>
        </p:spPr>
      </p:pic>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写数据步骤</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线，同时保持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线为高电平，来发送起始信号。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表示写操作）。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：从设备接收到地址后，如果地址匹配，会通过拉低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线发送一个应答信号（</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：主设备发送想要写入数据的寄存器地址。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：主设备开始发送想要写入从设备寄存器的数据，通常以</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位字节的形式发送。</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每次数据后等待应答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：每次发送一个字节的数据后，主设备需要等待从设备的应答信号。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：主设备在所有数据发送完毕后，通过拉高</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线为高电平，来发送结束信号。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21" name="图片 15"/>
          <p:cNvPicPr>
            <a:picLocks noChangeAspect="1"/>
          </p:cNvPicPr>
          <p:nvPr/>
        </p:nvPicPr>
        <p:blipFill>
          <a:blip r:embed="rId1"/>
          <a:stretch>
            <a:fillRect/>
          </a:stretch>
        </p:blipFill>
        <p:spPr>
          <a:xfrm>
            <a:off x="835025" y="3726815"/>
            <a:ext cx="9356090" cy="2785110"/>
          </a:xfrm>
          <a:prstGeom prst="rect">
            <a:avLst/>
          </a:prstGeom>
          <a:noFill/>
          <a:ln>
            <a:noFill/>
          </a:ln>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读数据步骤</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：主设备发送起始信号。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表示读操作）。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：主设备发送想要读取的寄存器地址。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读取数据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：从设备开始发送数据，主设备在每次接收到数据后需要发送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或</a:t>
            </a:r>
            <a:r>
              <a:rPr lang="en-US" altLang="zh-CN" sz="1600" b="0" i="0">
                <a:solidFill>
                  <a:srgbClr val="2A2A2A"/>
                </a:solidFill>
                <a:latin typeface="Arial" panose="020B0604020202020204"/>
                <a:ea typeface="Arial" panose="020B0604020202020204"/>
              </a:rPr>
              <a:t>NACK</a:t>
            </a:r>
            <a:r>
              <a:rPr lang="zh-CN" altLang="en-US" sz="1600" b="0" i="0">
                <a:solidFill>
                  <a:srgbClr val="2A2A2A"/>
                </a:solidFill>
                <a:latin typeface="Arial" panose="020B0604020202020204"/>
                <a:ea typeface="Arial" panose="020B0604020202020204"/>
              </a:rPr>
              <a:t>信号来控制读取的继续或停止。</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：主设备在读取完所有需要的数据后，发送结束信号来结束通信。</a:t>
            </a:r>
            <a:endParaRPr lang="zh-CN" altLang="en-US" sz="1600" b="0" i="0">
              <a:solidFill>
                <a:srgbClr val="2A2A2A"/>
              </a:solidFill>
              <a:latin typeface="Arial" panose="020B0604020202020204"/>
              <a:ea typeface="Arial" panose="020B0604020202020204"/>
            </a:endParaRPr>
          </a:p>
        </p:txBody>
      </p:sp>
      <p:pic>
        <p:nvPicPr>
          <p:cNvPr id="20" name="图片 14" descr="IMG_256"/>
          <p:cNvPicPr>
            <a:picLocks noChangeAspect="1"/>
          </p:cNvPicPr>
          <p:nvPr/>
        </p:nvPicPr>
        <p:blipFill>
          <a:blip r:embed="rId1"/>
          <a:srcRect l="-1384" t="50948"/>
          <a:stretch>
            <a:fillRect/>
          </a:stretch>
        </p:blipFill>
        <p:spPr>
          <a:xfrm>
            <a:off x="615315" y="3510915"/>
            <a:ext cx="9680575" cy="2689225"/>
          </a:xfrm>
          <a:prstGeom prst="rect">
            <a:avLst/>
          </a:prstGeom>
          <a:noFill/>
          <a:ln w="9525">
            <a:noFill/>
          </a:ln>
        </p:spPr>
      </p:pic>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类似，按照从机地址去寻址</a:t>
            </a:r>
            <a:r>
              <a:rPr lang="zh-CN" altLang="en-US" sz="1600" b="0" i="0">
                <a:solidFill>
                  <a:srgbClr val="2A2A2A"/>
                </a:solidFill>
                <a:latin typeface="Arial" panose="020B0604020202020204"/>
                <a:ea typeface="Arial" panose="020B0604020202020204"/>
              </a:rPr>
              <a:t>操作</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4" name="图片 3"/>
          <p:cNvPicPr/>
          <p:nvPr/>
        </p:nvPicPr>
        <p:blipFill>
          <a:blip r:embed="rId1"/>
          <a:stretch>
            <a:fillRect/>
          </a:stretch>
        </p:blipFill>
        <p:spPr>
          <a:xfrm>
            <a:off x="347980" y="2237740"/>
            <a:ext cx="5385435" cy="3827780"/>
          </a:xfrm>
          <a:prstGeom prst="rect">
            <a:avLst/>
          </a:prstGeom>
        </p:spPr>
      </p:pic>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CAN</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1212215"/>
          </a:xfrm>
        </p:spPr>
        <p:txBody>
          <a:bodyPr>
            <a:noAutofit/>
          </a:bodyPr>
          <a:p>
            <a:pPr algn="l"/>
            <a:r>
              <a:rPr lang="en-US" altLang="zh-CN" sz="1400"/>
              <a:t>CAN </a:t>
            </a:r>
            <a:r>
              <a:rPr lang="zh-CN" altLang="en-US" sz="1400"/>
              <a:t>是控制器局域网络</a:t>
            </a:r>
            <a:r>
              <a:rPr lang="en-US" altLang="zh-CN" sz="1400"/>
              <a:t> (Controller Area Network) </a:t>
            </a:r>
            <a:r>
              <a:rPr lang="zh-CN" altLang="en-US" sz="1400"/>
              <a:t>的简称，它是由研发和生产汽车电子产品著称的德国</a:t>
            </a:r>
            <a:r>
              <a:rPr lang="en-US" altLang="zh-CN" sz="1400"/>
              <a:t> BOSCH </a:t>
            </a:r>
            <a:r>
              <a:rPr lang="zh-CN" altLang="en-US" sz="1400"/>
              <a:t>公司开发的，并最终成为国际标准（</a:t>
            </a:r>
            <a:r>
              <a:rPr lang="en-US" altLang="zh-CN" sz="1400"/>
              <a:t>ISO11519</a:t>
            </a:r>
            <a:r>
              <a:rPr lang="zh-CN" altLang="en-US" sz="1400"/>
              <a:t>），是国际上应用最广泛的现场总线之一。</a:t>
            </a:r>
            <a:r>
              <a:rPr lang="en-US" altLang="zh-CN" sz="1400"/>
              <a:t> </a:t>
            </a:r>
            <a:endParaRPr lang="en-US" altLang="zh-CN" sz="1400"/>
          </a:p>
          <a:p>
            <a:pPr algn="l"/>
            <a:r>
              <a:rPr lang="en-US" altLang="zh-CN" sz="1400"/>
              <a:t>CAN </a:t>
            </a:r>
            <a:r>
              <a:rPr lang="zh-CN" altLang="en-US" sz="1400"/>
              <a:t>总线协议已经成为汽车计算机控制系统和嵌入式工业控制局域网的标准总线，并且拥有以</a:t>
            </a:r>
            <a:r>
              <a:rPr lang="en-US" altLang="zh-CN" sz="1400"/>
              <a:t>CAN </a:t>
            </a:r>
            <a:r>
              <a:rPr lang="zh-CN" altLang="en-US" sz="1400"/>
              <a:t>为底层协议专为大型货车和重工机械车辆设计的</a:t>
            </a:r>
            <a:r>
              <a:rPr lang="en-US" altLang="zh-CN" sz="1400"/>
              <a:t> J1939 </a:t>
            </a:r>
            <a:r>
              <a:rPr lang="zh-CN" altLang="en-US" sz="1400"/>
              <a:t>协议。近年来，它具有的高可靠性和良好的错误检测能力受到重视，被广泛应用于汽车计算机控制系统和环境温度恶劣、电磁辐射强及振动大的工业环境。</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CAN</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205359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399415" y="264033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 I2C</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等具有时钟信号的同步通讯方式不同，</a:t>
            </a: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通讯并不是以时钟信号来进行同步的，</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它是一种异步通讯，只具有</a:t>
            </a:r>
            <a:r>
              <a:rPr lang="en-US" altLang="zh-CN" sz="1600" b="0" i="0">
                <a:solidFill>
                  <a:srgbClr val="2A2A2A"/>
                </a:solidFill>
                <a:latin typeface="Arial" panose="020B0604020202020204"/>
                <a:ea typeface="Arial" panose="020B0604020202020204"/>
              </a:rPr>
              <a:t> CAN_High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CAN_Low </a:t>
            </a:r>
            <a:r>
              <a:rPr lang="zh-CN" altLang="en-US" sz="1600" b="0" i="0">
                <a:solidFill>
                  <a:srgbClr val="2A2A2A"/>
                </a:solidFill>
                <a:latin typeface="Arial" panose="020B0604020202020204"/>
                <a:ea typeface="Arial" panose="020B0604020202020204"/>
              </a:rPr>
              <a:t>两条信号线，共同构成一组差分信号线，以</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差分信号的形式进行通讯。</a:t>
            </a:r>
            <a:endParaRPr lang="zh-CN" altLang="en-US" sz="1600" b="0" i="0">
              <a:solidFill>
                <a:srgbClr val="2A2A2A"/>
              </a:solidFill>
              <a:latin typeface="Arial" panose="020B0604020202020204"/>
              <a:ea typeface="Arial" panose="020B0604020202020204"/>
            </a:endParaRPr>
          </a:p>
        </p:txBody>
      </p:sp>
      <p:pic>
        <p:nvPicPr>
          <p:cNvPr id="23" name="图片 17" descr="IMG_256"/>
          <p:cNvPicPr>
            <a:picLocks noChangeAspect="1"/>
          </p:cNvPicPr>
          <p:nvPr/>
        </p:nvPicPr>
        <p:blipFill>
          <a:blip r:embed="rId1"/>
          <a:stretch>
            <a:fillRect/>
          </a:stretch>
        </p:blipFill>
        <p:spPr>
          <a:xfrm>
            <a:off x="4457065" y="2640330"/>
            <a:ext cx="7730490" cy="3658235"/>
          </a:xfrm>
          <a:prstGeom prst="rect">
            <a:avLst/>
          </a:prstGeom>
          <a:noFill/>
          <a:ln w="9525">
            <a:noFill/>
          </a:ln>
        </p:spPr>
      </p:pic>
      <p:pic>
        <p:nvPicPr>
          <p:cNvPr id="24" name="图片 18" descr="IMG_256"/>
          <p:cNvPicPr>
            <a:picLocks noChangeAspect="1"/>
          </p:cNvPicPr>
          <p:nvPr/>
        </p:nvPicPr>
        <p:blipFill>
          <a:blip r:embed="rId2"/>
          <a:stretch>
            <a:fillRect/>
          </a:stretch>
        </p:blipFill>
        <p:spPr>
          <a:xfrm>
            <a:off x="-60960" y="4914265"/>
            <a:ext cx="4601845" cy="2289810"/>
          </a:xfrm>
          <a:prstGeom prst="rect">
            <a:avLst/>
          </a:prstGeom>
          <a:noFill/>
          <a:ln w="9525">
            <a:noFill/>
          </a:ln>
        </p:spPr>
      </p:pic>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CAN</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高可靠性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 </a:t>
            </a:r>
            <a:r>
              <a:rPr lang="zh-CN" altLang="en-US" sz="1600" b="0" i="0">
                <a:solidFill>
                  <a:srgbClr val="2A2A2A"/>
                </a:solidFill>
                <a:latin typeface="Arial" panose="020B0604020202020204"/>
                <a:ea typeface="Arial" panose="020B0604020202020204"/>
              </a:rPr>
              <a:t>实时性</a:t>
            </a:r>
            <a:br>
              <a:rPr lang="zh-CN" altLang="en-US" sz="1600" b="0" i="0">
                <a:solidFill>
                  <a:srgbClr val="2A2A2A"/>
                </a:solidFill>
                <a:latin typeface="Arial" panose="020B0604020202020204"/>
                <a:ea typeface="Arial" panose="020B0604020202020204"/>
              </a:rPr>
            </a:b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多主从架构</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高带宽与可扩展性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 </a:t>
            </a:r>
            <a:r>
              <a:rPr lang="zh-CN" altLang="en-US" sz="1600" b="0" i="0">
                <a:solidFill>
                  <a:srgbClr val="2A2A2A"/>
                </a:solidFill>
                <a:latin typeface="Arial" panose="020B0604020202020204"/>
                <a:ea typeface="Arial" panose="020B0604020202020204"/>
              </a:rPr>
              <a:t>错误处理与容错性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 </a:t>
            </a:r>
            <a:r>
              <a:rPr lang="zh-CN" altLang="en-US" sz="1600" b="0" i="0">
                <a:solidFill>
                  <a:srgbClr val="2A2A2A"/>
                </a:solidFill>
                <a:latin typeface="Arial" panose="020B0604020202020204"/>
                <a:ea typeface="Arial" panose="020B0604020202020204"/>
              </a:rPr>
              <a:t>成本效益</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7. </a:t>
            </a:r>
            <a:r>
              <a:rPr lang="zh-CN" altLang="en-US" sz="1600" b="0" i="0">
                <a:solidFill>
                  <a:srgbClr val="2A2A2A"/>
                </a:solidFill>
                <a:latin typeface="Arial" panose="020B0604020202020204"/>
                <a:ea typeface="Arial" panose="020B0604020202020204"/>
              </a:rPr>
              <a:t>标准化与兼容性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CAN</a:t>
            </a:r>
            <a:r>
              <a:rPr lang="zh-CN" altLang="en-US" sz="1600" b="0" i="0">
                <a:solidFill>
                  <a:srgbClr val="2A2A2A"/>
                </a:solidFill>
                <a:latin typeface="Arial" panose="020B0604020202020204"/>
                <a:ea typeface="Arial" panose="020B0604020202020204"/>
              </a:rPr>
              <a:t>的核心优势在于高可靠性、实时性和多主从架构，尤其适合对安全性、实时性要求高的嵌入式系统。若需更高带宽或大数据量传输，可考虑</a:t>
            </a:r>
            <a:r>
              <a:rPr lang="en-US" altLang="zh-CN" sz="1600" b="0" i="0">
                <a:solidFill>
                  <a:srgbClr val="2A2A2A"/>
                </a:solidFill>
                <a:latin typeface="Arial" panose="020B0604020202020204"/>
                <a:ea typeface="Arial" panose="020B0604020202020204"/>
              </a:rPr>
              <a:t>CAN FD</a:t>
            </a:r>
            <a:r>
              <a:rPr lang="zh-CN" altLang="en-US" sz="1600" b="0" i="0">
                <a:solidFill>
                  <a:srgbClr val="2A2A2A"/>
                </a:solidFill>
                <a:latin typeface="Arial" panose="020B0604020202020204"/>
                <a:ea typeface="Arial" panose="020B0604020202020204"/>
              </a:rPr>
              <a:t>或工业以太网（如</a:t>
            </a:r>
            <a:r>
              <a:rPr lang="en-US" altLang="zh-CN" sz="1600" b="0" i="0">
                <a:solidFill>
                  <a:srgbClr val="2A2A2A"/>
                </a:solidFill>
                <a:latin typeface="Arial" panose="020B0604020202020204"/>
                <a:ea typeface="Arial" panose="020B0604020202020204"/>
              </a:rPr>
              <a:t>EtherCAT</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sp>
        <p:nvSpPr>
          <p:cNvPr id="8" name="文本框 7"/>
          <p:cNvSpPr txBox="1"/>
          <p:nvPr/>
        </p:nvSpPr>
        <p:spPr>
          <a:xfrm>
            <a:off x="180975" y="1913255"/>
            <a:ext cx="11918950" cy="4312285"/>
          </a:xfrm>
          <a:prstGeom prst="rect">
            <a:avLst/>
          </a:prstGeom>
          <a:noFill/>
        </p:spPr>
        <p:txBody>
          <a:bodyPr wrap="square" rtlCol="0" anchor="t">
            <a:noAutofit/>
          </a:bodyPr>
          <a:p>
            <a:r>
              <a:rPr lang="en-US" altLang="zh-CN" sz="1400">
                <a:solidFill>
                  <a:schemeClr val="bg2"/>
                </a:solidFill>
              </a:rPr>
              <a:t>typedef struct</a:t>
            </a:r>
            <a:endParaRPr lang="en-US" altLang="zh-CN" sz="1400">
              <a:solidFill>
                <a:schemeClr val="bg2"/>
              </a:solidFill>
            </a:endParaRPr>
          </a:p>
          <a:p>
            <a:r>
              <a:rPr lang="en-US" altLang="zh-CN" sz="1400">
                <a:solidFill>
                  <a:schemeClr val="bg2"/>
                </a:solidFill>
              </a:rPr>
              <a:t>{</a:t>
            </a:r>
            <a:endParaRPr lang="en-US" altLang="zh-CN" sz="1400">
              <a:solidFill>
                <a:schemeClr val="bg2"/>
              </a:solidFill>
            </a:endParaRPr>
          </a:p>
          <a:p>
            <a:r>
              <a:rPr lang="en-US" altLang="zh-CN" sz="1400">
                <a:solidFill>
                  <a:schemeClr val="bg2"/>
                </a:solidFill>
              </a:rPr>
              <a:t>  uint32_t StdId;  /*!&lt; Specifies the standard identifier. This parameter can be a value between 0 to 0x7FF. */</a:t>
            </a:r>
            <a:endParaRPr lang="en-US" altLang="zh-CN" sz="1400">
              <a:solidFill>
                <a:schemeClr val="bg2"/>
              </a:solidFill>
            </a:endParaRPr>
          </a:p>
          <a:p>
            <a:r>
              <a:rPr lang="en-US" altLang="zh-CN" sz="1400">
                <a:solidFill>
                  <a:schemeClr val="bg2"/>
                </a:solidFill>
              </a:rPr>
              <a:t>  uint32_t ExtId;  /*!&lt; Specifies the extended identifier. This parameter can be a value between 0 to 0x1FFFFFFF. */</a:t>
            </a:r>
            <a:endParaRPr lang="en-US" altLang="zh-CN" sz="1400">
              <a:solidFill>
                <a:schemeClr val="bg2"/>
              </a:solidFill>
            </a:endParaRPr>
          </a:p>
          <a:p>
            <a:r>
              <a:rPr lang="en-US" altLang="zh-CN" sz="1400">
                <a:solidFill>
                  <a:schemeClr val="bg2"/>
                </a:solidFill>
              </a:rPr>
              <a:t>  uint8_t IDE;     /*!&lt; Specifies the type of identifier for the message that will be transmitted. This parameter can be a value  of @ref CAN_identifier_type */</a:t>
            </a:r>
            <a:endParaRPr lang="en-US" altLang="zh-CN" sz="1400">
              <a:solidFill>
                <a:schemeClr val="bg2"/>
              </a:solidFill>
            </a:endParaRPr>
          </a:p>
          <a:p>
            <a:r>
              <a:rPr lang="en-US" altLang="zh-CN" sz="1400">
                <a:solidFill>
                  <a:schemeClr val="bg2"/>
                </a:solidFill>
              </a:rPr>
              <a:t>  uint8_t RTR;     /*!&lt; Specifies the type of frame for the message that will  be transmitted. This parameter can be a value of  @ref CAN_remote_transmission_request */</a:t>
            </a:r>
            <a:endParaRPr lang="en-US" altLang="zh-CN" sz="1400">
              <a:solidFill>
                <a:schemeClr val="bg2"/>
              </a:solidFill>
            </a:endParaRPr>
          </a:p>
          <a:p>
            <a:r>
              <a:rPr lang="en-US" altLang="zh-CN" sz="1400">
                <a:solidFill>
                  <a:schemeClr val="bg2"/>
                </a:solidFill>
              </a:rPr>
              <a:t>  uint8_t DLC;     /*!&lt; Specifies the length of the frame that will be transmitted. This parameter can be a value between 0 to 8 */</a:t>
            </a:r>
            <a:endParaRPr lang="en-US" altLang="zh-CN" sz="1400">
              <a:solidFill>
                <a:schemeClr val="bg2"/>
              </a:solidFill>
            </a:endParaRPr>
          </a:p>
          <a:p>
            <a:r>
              <a:rPr lang="en-US" altLang="zh-CN" sz="1400">
                <a:solidFill>
                  <a:schemeClr val="bg2"/>
                </a:solidFill>
              </a:rPr>
              <a:t>  uint8_t Data[8]; /*!&lt; Contains the data to be transmitted. It ranges from 0  to 0xFF. */</a:t>
            </a:r>
            <a:endParaRPr lang="en-US" altLang="zh-CN" sz="1400">
              <a:solidFill>
                <a:schemeClr val="bg2"/>
              </a:solidFill>
            </a:endParaRPr>
          </a:p>
          <a:p>
            <a:r>
              <a:rPr lang="en-US" altLang="zh-CN" sz="1400">
                <a:solidFill>
                  <a:schemeClr val="bg2"/>
                </a:solidFill>
              </a:rPr>
              <a:t>} CanTxMsg;</a:t>
            </a:r>
            <a:endParaRPr lang="en-US" altLang="zh-CN" sz="1400">
              <a:solidFill>
                <a:schemeClr val="bg2"/>
              </a:solidFill>
            </a:endParaRP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graphicFrame>
        <p:nvGraphicFramePr>
          <p:cNvPr id="5" name="表格 4"/>
          <p:cNvGraphicFramePr/>
          <p:nvPr/>
        </p:nvGraphicFramePr>
        <p:xfrm>
          <a:off x="635318" y="2035493"/>
          <a:ext cx="10479405" cy="2865120"/>
        </p:xfrm>
        <a:graphic>
          <a:graphicData uri="http://schemas.openxmlformats.org/drawingml/2006/table">
            <a:tbl>
              <a:tblPr/>
              <a:tblGrid>
                <a:gridCol w="3493135"/>
                <a:gridCol w="3493135"/>
                <a:gridCol w="3493135"/>
              </a:tblGrid>
              <a:tr h="358140">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rPr>
                        <a:t>字段</a:t>
                      </a:r>
                      <a:endParaRPr lang="zh-CN" altLang="en-US" sz="1400" b="0">
                        <a:solidFill>
                          <a:srgbClr val="001846"/>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标准帧（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endPar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扩展帧（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29</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endPar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SOF</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仲裁段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endPar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SRR + IDE + 18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位扩展</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endPar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控制段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r0</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r1</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数据段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EOF</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bl>
          </a:graphicData>
        </a:graphic>
      </p:graphicFrame>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5" name="图片 19" descr="IMG_256"/>
          <p:cNvPicPr>
            <a:picLocks noChangeAspect="1"/>
          </p:cNvPicPr>
          <p:nvPr/>
        </p:nvPicPr>
        <p:blipFill>
          <a:blip r:embed="rId1"/>
          <a:stretch>
            <a:fillRect/>
          </a:stretch>
        </p:blipFill>
        <p:spPr>
          <a:xfrm>
            <a:off x="846455" y="1953895"/>
            <a:ext cx="9583420" cy="4376420"/>
          </a:xfrm>
          <a:prstGeom prst="rect">
            <a:avLst/>
          </a:prstGeom>
          <a:noFill/>
          <a:ln w="9525">
            <a:noFill/>
          </a:ln>
        </p:spPr>
      </p:pic>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6" name="图片 20" descr="IMG_256"/>
          <p:cNvPicPr>
            <a:picLocks noChangeAspect="1"/>
          </p:cNvPicPr>
          <p:nvPr/>
        </p:nvPicPr>
        <p:blipFill>
          <a:blip r:embed="rId1"/>
          <a:stretch>
            <a:fillRect/>
          </a:stretch>
        </p:blipFill>
        <p:spPr>
          <a:xfrm>
            <a:off x="1639570" y="2170430"/>
            <a:ext cx="8453755" cy="3883025"/>
          </a:xfrm>
          <a:prstGeom prst="rect">
            <a:avLst/>
          </a:prstGeom>
          <a:noFill/>
          <a:ln w="9525">
            <a:noFill/>
          </a:ln>
        </p:spPr>
      </p:pic>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7" name="图片 21" descr="IMG_256"/>
          <p:cNvPicPr>
            <a:picLocks noChangeAspect="1"/>
          </p:cNvPicPr>
          <p:nvPr/>
        </p:nvPicPr>
        <p:blipFill>
          <a:blip r:embed="rId1"/>
          <a:stretch>
            <a:fillRect/>
          </a:stretch>
        </p:blipFill>
        <p:spPr>
          <a:xfrm>
            <a:off x="753745" y="2250440"/>
            <a:ext cx="9941560" cy="3535045"/>
          </a:xfrm>
          <a:prstGeom prst="rect">
            <a:avLst/>
          </a:prstGeom>
          <a:noFill/>
          <a:ln w="9525">
            <a:noFill/>
          </a:ln>
        </p:spPr>
      </p:pic>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 name="图片 1"/>
          <p:cNvPicPr/>
          <p:nvPr/>
        </p:nvPicPr>
        <p:blipFill>
          <a:blip r:embed="rId1"/>
          <a:srcRect b="10989"/>
          <a:stretch>
            <a:fillRect/>
          </a:stretch>
        </p:blipFill>
        <p:spPr>
          <a:xfrm>
            <a:off x="788035" y="2117090"/>
            <a:ext cx="9283700" cy="3487420"/>
          </a:xfrm>
          <a:prstGeom prst="rect">
            <a:avLst/>
          </a:prstGeom>
        </p:spPr>
      </p:pic>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6134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CANopen</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参考文档</a:t>
            </a:r>
            <a:r>
              <a:rPr lang="en-US" altLang="zh-CN" sz="1600" b="0" i="0">
                <a:solidFill>
                  <a:srgbClr val="2A2A2A"/>
                </a:solidFill>
                <a:latin typeface="Arial" panose="020B0604020202020204"/>
                <a:ea typeface="Arial" panose="020B0604020202020204"/>
              </a:rPr>
              <a:t> CANopeneasy </a:t>
            </a:r>
            <a:r>
              <a:rPr lang="en-US" altLang="zh-CN" sz="1600" b="0" i="0">
                <a:solidFill>
                  <a:srgbClr val="2A2A2A"/>
                </a:solidFill>
                <a:latin typeface="Arial" panose="020B0604020202020204"/>
                <a:ea typeface="Arial" panose="020B0604020202020204"/>
              </a:rPr>
              <a:t>pdf</a:t>
            </a:r>
            <a:endParaRPr lang="en-US" altLang="zh-CN" sz="1600" b="0" i="0">
              <a:solidFill>
                <a:srgbClr val="2A2A2A"/>
              </a:solidFill>
              <a:latin typeface="Arial" panose="020B0604020202020204"/>
              <a:ea typeface="Arial" panose="020B0604020202020204"/>
            </a:endParaRPr>
          </a:p>
        </p:txBody>
      </p:sp>
      <p:pic>
        <p:nvPicPr>
          <p:cNvPr id="3" name="图片 2"/>
          <p:cNvPicPr/>
          <p:nvPr/>
        </p:nvPicPr>
        <p:blipFill>
          <a:blip r:embed="rId1"/>
          <a:stretch>
            <a:fillRect/>
          </a:stretch>
        </p:blipFill>
        <p:spPr>
          <a:xfrm>
            <a:off x="6093460" y="1402715"/>
            <a:ext cx="5721350" cy="4895850"/>
          </a:xfrm>
          <a:prstGeom prst="rect">
            <a:avLst/>
          </a:prstGeom>
        </p:spPr>
      </p:pic>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1169670" y="2070735"/>
            <a:ext cx="9392920" cy="4259580"/>
          </a:xfrm>
          <a:prstGeom prst="rect">
            <a:avLst/>
          </a:prstGeom>
        </p:spPr>
      </p:pic>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tretch>
            <a:fillRect/>
          </a:stretch>
        </p:blipFill>
        <p:spPr>
          <a:xfrm>
            <a:off x="338455" y="2011680"/>
            <a:ext cx="11384915" cy="4481830"/>
          </a:xfrm>
          <a:prstGeom prst="rect">
            <a:avLst/>
          </a:prstGeom>
        </p:spPr>
      </p:pic>
    </p:spTree>
  </p:cSld>
  <p:clrMapOvr>
    <a:masterClrMapping/>
  </p:clrMapOvr>
  <p:transition/>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10.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UNIT_TYPE" val="i"/>
  <p:tag name="KSO_WM_UNIT_INDEX" val="2"/>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f*4"/>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4"/>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UNIT_TYPE" val="i"/>
  <p:tag name="KSO_WM_UNIT_INDEX" val="1"/>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a*1"/>
  <p:tag name="KSO_WM_UNIT_LAYERLEVEL" val="1"/>
  <p:tag name="KSO_WM_TAG_VERSION" val="3.0"/>
  <p:tag name="KSO_WM_BEAUTIFY_FLAG" val="#wm#"/>
  <p:tag name="KSO_WM_UNIT_ISCONTENTSTITLE" val="1"/>
  <p:tag name="KSO_WM_UNIT_ISNUMDGMTITLE" val="0"/>
  <p:tag name="KSO_WM_UNIT_PRESET_TEXT" val="标题"/>
  <p:tag name="KSO_WM_UNIT_NOCLEAR" val="0"/>
  <p:tag name="KSO_WM_UNIT_VALUE" val="3"/>
  <p:tag name="KSO_WM_UNIT_TYPE" val="a"/>
  <p:tag name="KSO_WM_UNIT_INDEX" val="1"/>
</p:tagLst>
</file>

<file path=ppt/tags/tag2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UNIT_TYPE" val="i"/>
  <p:tag name="KSO_WM_UNIT_INDEX" val="2"/>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28.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14"/>
  <p:tag name="KSO_WM_UNIT_TYPE" val="a"/>
  <p:tag name="KSO_WM_UNIT_INDEX" val="1"/>
</p:tagLst>
</file>

<file path=ppt/tags/tag30.xml><?xml version="1.0" encoding="utf-8"?>
<p:tagLst xmlns:p="http://schemas.openxmlformats.org/presentationml/2006/main">
  <p:tag name="KSO_WM_UNIT_HIGHLIGHT" val="0"/>
  <p:tag name="KSO_WM_UNIT_COMPATIBLE" val="1"/>
  <p:tag name="KSO_WM_UNIT_DIAGRAM_ISNUMVISUAL" val="0"/>
  <p:tag name="KSO_WM_UNIT_DIAGRAM_ISREFERUNIT" val="0"/>
  <p:tag name="KSO_WM_UNIT_ID" val="_4*e*1"/>
  <p:tag name="KSO_WM_UNIT_LAYERLEVEL" val="1"/>
  <p:tag name="KSO_WM_TAG_VERSION" val="3.0"/>
  <p:tag name="KSO_WM_BEAUTIFY_FLAG" val="#wm#"/>
  <p:tag name="KSO_WM_UNIT_PRESET_TEXT" val="节编号"/>
  <p:tag name="KSO_WM_UNIT_NOCLEAR" val="0"/>
  <p:tag name="KSO_WM_UNIT_VALUE" val="13"/>
  <p:tag name="KSO_WM_UNIT_TYPE" val="e"/>
  <p:tag name="KSO_WM_UNIT_INDEX" val="1"/>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1"/>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2"/>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2"/>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1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1_1"/>
  <p:tag name="KSO_WM_UNIT_ISCONTENTSTITLE" val="0"/>
  <p:tag name="KSO_WM_UNIT_ISNUMDGMTITLE" val="0"/>
  <p:tag name="KSO_WM_UNIT_VALUE" val="19"/>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1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1_1"/>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2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2_1"/>
  <p:tag name="KSO_WM_UNIT_ISCONTENTSTITLE" val="0"/>
  <p:tag name="KSO_WM_UNIT_ISNUMDGMTITLE" val="0"/>
  <p:tag name="KSO_WM_UNIT_VALUE" val="19"/>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2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2_1"/>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96"/>
  <p:tag name="KSO_WM_UNIT_TYPE" val="f"/>
  <p:tag name="KSO_WM_UNIT_INDEX" val="1"/>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40"/>
  <p:tag name="KSO_WM_UNIT_TYPE" val="b"/>
  <p:tag name="KSO_WM_UNIT_INDEX" val="1"/>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 name="KSO_WM_UNIT_VALUE" val="29"/>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65.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UNIT_TYPE" val="i"/>
  <p:tag name="KSO_WM_UNIT_INDEX" val="2"/>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f*5"/>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5"/>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 name="KSO_WM_TEMPLATE_CATEGORY" val="custom"/>
  <p:tag name="KSO_WM_TEMPLATE_INDEX" val="2023098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二级&#10;三级&#10;四级&#10;五级"/>
  <p:tag name="KSO_WM_UNIT_NOCLEAR" val="0"/>
  <p:tag name="KSO_WM_UNIT_VALUE" val="340"/>
  <p:tag name="KSO_WM_UNIT_TYPE" val="f"/>
  <p:tag name="KSO_WM_UNIT_INDEX" val="1"/>
  <p:tag name="KSO_WM_TEMPLATE_CATEGORY" val="custom"/>
  <p:tag name="KSO_WM_TEMPLATE_INDEX" val="2023098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6.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0980"/>
  <p:tag name="KSO_WM_TEMPLATE_THUMBS_INDEX" val="1、9"/>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7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8.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89.xml><?xml version="1.0" encoding="utf-8"?>
<p:tagLst xmlns:p="http://schemas.openxmlformats.org/presentationml/2006/main">
  <p:tag name="TABLE_ENDDRAG_ORIGIN_RECT" val="856*243"/>
  <p:tag name="TABLE_ENDDRAG_RECT" val="59*73*856*243"/>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1.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3.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5.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7.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heme/theme1.xml><?xml version="1.0" encoding="utf-8"?>
<a:theme xmlns:a="http://schemas.openxmlformats.org/drawingml/2006/main" name="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主题字体">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lumMod val="75000"/>
          </a:schemeClr>
        </a:lnRef>
        <a:fillRef idx="1">
          <a:schemeClr val="accent1"/>
        </a:fillRef>
        <a:effectRef idx="0">
          <a:srgbClr val="FFFFFF"/>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accent1"/>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9427</Words>
  <Application>WPS 演示</Application>
  <PresentationFormat>自定义</PresentationFormat>
  <Paragraphs>725</Paragraphs>
  <Slides>50</Slides>
  <Notes>0</Notes>
  <HiddenSlides>0</HiddenSlides>
  <MMClips>0</MMClips>
  <ScaleCrop>false</ScaleCrop>
  <HeadingPairs>
    <vt:vector size="6" baseType="variant">
      <vt:variant>
        <vt:lpstr>已用的字体</vt:lpstr>
      </vt:variant>
      <vt:variant>
        <vt:i4>14</vt:i4>
      </vt:variant>
      <vt:variant>
        <vt:lpstr>主题</vt:lpstr>
      </vt:variant>
      <vt:variant>
        <vt:i4>4</vt:i4>
      </vt:variant>
      <vt:variant>
        <vt:lpstr>幻灯片标题</vt:lpstr>
      </vt:variant>
      <vt:variant>
        <vt:i4>50</vt:i4>
      </vt:variant>
    </vt:vector>
  </HeadingPairs>
  <TitlesOfParts>
    <vt:vector size="68" baseType="lpstr">
      <vt:lpstr>Arial</vt:lpstr>
      <vt:lpstr>宋体</vt:lpstr>
      <vt:lpstr>Wingdings</vt:lpstr>
      <vt:lpstr>Lucida Sans</vt:lpstr>
      <vt:lpstr>Lucida Sans Unicode</vt:lpstr>
      <vt:lpstr>Calibri</vt:lpstr>
      <vt:lpstr>微软雅黑</vt:lpstr>
      <vt:lpstr>Times New Roman</vt:lpstr>
      <vt:lpstr>冬青黑体简体中文 W6</vt:lpstr>
      <vt:lpstr>黑体</vt:lpstr>
      <vt:lpstr>仿宋</vt:lpstr>
      <vt:lpstr>Calibri</vt:lpstr>
      <vt:lpstr>Arial</vt:lpstr>
      <vt:lpstr>Arial Unicode MS</vt:lpstr>
      <vt:lpstr>Default Design</vt:lpstr>
      <vt:lpstr>自定义设计方案</vt:lpstr>
      <vt:lpstr>1_Default Design</vt:lpstr>
      <vt:lpstr>Office 主题​​</vt:lpstr>
      <vt:lpstr>PowerPoint 演示文稿</vt:lpstr>
      <vt:lpstr>目录</vt:lpstr>
      <vt:lpstr>PowerPoint 演示文稿</vt:lpstr>
      <vt:lpstr>UART通讯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SPI通讯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I2C通讯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CAN通讯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Washington State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Marketing</dc:creator>
  <cp:lastModifiedBy>企业用户_250283367</cp:lastModifiedBy>
  <cp:revision>552</cp:revision>
  <cp:lastPrinted>2014-04-21T18:27:00Z</cp:lastPrinted>
  <dcterms:created xsi:type="dcterms:W3CDTF">2001-10-04T20:08:00Z</dcterms:created>
  <dcterms:modified xsi:type="dcterms:W3CDTF">2025-08-16T08:17:19Z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C3CCAF5F06344E72BC95475314ED453F_12</vt:lpwstr>
  </property>
  <property fmtid="{D5CDD505-2E9C-101B-9397-08002B2CF9AE}" pid="3" name="KSOProductBuildVer">
    <vt:lpwstr>2052-12.1.0.21915</vt:lpwstr>
  </property>
</Properties>
</file>